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Lato"/>
      <p:regular r:id="rId10"/>
      <p:bold r:id="rId11"/>
      <p:italic r:id="rId12"/>
      <p:boldItalic r:id="rId13"/>
    </p:embeddedFont>
    <p:embeddedFont>
      <p:font typeface="Outfit"/>
      <p:regular r:id="rId14"/>
      <p:bold r:id="rId15"/>
    </p:embeddedFont>
    <p:embeddedFont>
      <p:font typeface="Outfit SemiBo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Lato-bold.fntdata"/><Relationship Id="rId10" Type="http://schemas.openxmlformats.org/officeDocument/2006/relationships/font" Target="fonts/Lato-regular.fntdata"/><Relationship Id="rId13" Type="http://schemas.openxmlformats.org/officeDocument/2006/relationships/font" Target="fonts/Lato-boldItalic.fntdata"/><Relationship Id="rId12" Type="http://schemas.openxmlformats.org/officeDocument/2006/relationships/font" Target="fonts/Lato-italic.fntdata"/><Relationship Id="rId15" Type="http://schemas.openxmlformats.org/officeDocument/2006/relationships/font" Target="fonts/Outfit-bold.fntdata"/><Relationship Id="rId14" Type="http://schemas.openxmlformats.org/officeDocument/2006/relationships/font" Target="fonts/Outfit-regular.fntdata"/><Relationship Id="rId17" Type="http://schemas.openxmlformats.org/officeDocument/2006/relationships/font" Target="fonts/OutfitSemiBold-bold.fntdata"/><Relationship Id="rId16" Type="http://schemas.openxmlformats.org/officeDocument/2006/relationships/font" Target="fonts/Outfi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63851a84_0_332:notes"/>
          <p:cNvSpPr/>
          <p:nvPr>
            <p:ph idx="2" type="sldImg"/>
          </p:nvPr>
        </p:nvSpPr>
        <p:spPr>
          <a:xfrm>
            <a:off x="343070" y="428572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b63851a84_0_332:notes"/>
          <p:cNvSpPr txBox="1"/>
          <p:nvPr>
            <p:ph idx="1" type="body"/>
          </p:nvPr>
        </p:nvSpPr>
        <p:spPr>
          <a:xfrm>
            <a:off x="342900" y="1650002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25" lIns="42675" spcFirstLastPara="1" rIns="42675" wrap="square" tIns="21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/>
          </a:p>
        </p:txBody>
      </p:sp>
      <p:sp>
        <p:nvSpPr>
          <p:cNvPr id="144" name="Google Shape;144;g3fb63851a84_0_332:notes"/>
          <p:cNvSpPr txBox="1"/>
          <p:nvPr>
            <p:ph idx="12" type="sldNum"/>
          </p:nvPr>
        </p:nvSpPr>
        <p:spPr>
          <a:xfrm>
            <a:off x="1942306" y="325655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25" lIns="42675" spcFirstLastPara="1" rIns="42675" wrap="square" tIns="21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b63851a84_0_356:notes"/>
          <p:cNvSpPr/>
          <p:nvPr>
            <p:ph idx="2" type="sldImg"/>
          </p:nvPr>
        </p:nvSpPr>
        <p:spPr>
          <a:xfrm>
            <a:off x="73" y="0"/>
            <a:ext cx="1124700" cy="112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fb63851a84_0_356:notes"/>
          <p:cNvSpPr txBox="1"/>
          <p:nvPr>
            <p:ph idx="1" type="body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b63851a84_0_356:notes"/>
          <p:cNvSpPr txBox="1"/>
          <p:nvPr>
            <p:ph idx="12" type="sldNum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63851a84_0_462:notes"/>
          <p:cNvSpPr/>
          <p:nvPr>
            <p:ph idx="2" type="sldImg"/>
          </p:nvPr>
        </p:nvSpPr>
        <p:spPr>
          <a:xfrm>
            <a:off x="73" y="0"/>
            <a:ext cx="1124700" cy="112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fb63851a84_0_462:notes"/>
          <p:cNvSpPr txBox="1"/>
          <p:nvPr>
            <p:ph idx="1" type="body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b63851a84_0_462:notes"/>
          <p:cNvSpPr txBox="1"/>
          <p:nvPr>
            <p:ph idx="12" type="sldNum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556784" y="4749851"/>
            <a:ext cx="54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ctrTitle"/>
          </p:nvPr>
        </p:nvSpPr>
        <p:spPr>
          <a:xfrm>
            <a:off x="1143000" y="1939975"/>
            <a:ext cx="68580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" type="subTitle"/>
          </p:nvPr>
        </p:nvSpPr>
        <p:spPr>
          <a:xfrm>
            <a:off x="1143000" y="2701529"/>
            <a:ext cx="685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900"/>
            </a:lvl9pPr>
          </a:lstStyle>
          <a:p/>
        </p:txBody>
      </p:sp>
      <p:sp>
        <p:nvSpPr>
          <p:cNvPr id="100" name="Google Shape;100;p26"/>
          <p:cNvSpPr txBox="1"/>
          <p:nvPr>
            <p:ph idx="10" type="dt"/>
          </p:nvPr>
        </p:nvSpPr>
        <p:spPr>
          <a:xfrm>
            <a:off x="45720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1" name="Google Shape;101;p26"/>
          <p:cNvSpPr txBox="1"/>
          <p:nvPr>
            <p:ph idx="11" type="ftr"/>
          </p:nvPr>
        </p:nvSpPr>
        <p:spPr>
          <a:xfrm>
            <a:off x="3108960" y="4783455"/>
            <a:ext cx="2926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6583680" y="4783455"/>
            <a:ext cx="2103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-Cover">
  <p:cSld name="1-Cov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5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6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1" name="Google Shape;131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OBJECT_2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36" name="Google Shape;136;p3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>
            <p:ph type="title"/>
          </p:nvPr>
        </p:nvSpPr>
        <p:spPr>
          <a:xfrm>
            <a:off x="41850" y="385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2.png"/><Relationship Id="rId13" Type="http://schemas.openxmlformats.org/officeDocument/2006/relationships/image" Target="../media/image15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hyperlink" Target="http://www.faclon.com" TargetMode="External"/><Relationship Id="rId9" Type="http://schemas.openxmlformats.org/officeDocument/2006/relationships/image" Target="../media/image11.png"/><Relationship Id="rId15" Type="http://schemas.openxmlformats.org/officeDocument/2006/relationships/image" Target="../media/image1.png"/><Relationship Id="rId14" Type="http://schemas.openxmlformats.org/officeDocument/2006/relationships/image" Target="../media/image18.png"/><Relationship Id="rId16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22" Type="http://schemas.openxmlformats.org/officeDocument/2006/relationships/image" Target="../media/image31.png"/><Relationship Id="rId21" Type="http://schemas.openxmlformats.org/officeDocument/2006/relationships/image" Target="../media/image34.png"/><Relationship Id="rId24" Type="http://schemas.openxmlformats.org/officeDocument/2006/relationships/image" Target="../media/image35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5.png"/><Relationship Id="rId26" Type="http://schemas.openxmlformats.org/officeDocument/2006/relationships/image" Target="../media/image42.png"/><Relationship Id="rId25" Type="http://schemas.openxmlformats.org/officeDocument/2006/relationships/image" Target="../media/image25.png"/><Relationship Id="rId28" Type="http://schemas.openxmlformats.org/officeDocument/2006/relationships/image" Target="../media/image44.png"/><Relationship Id="rId27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29" Type="http://schemas.openxmlformats.org/officeDocument/2006/relationships/image" Target="../media/image38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31" Type="http://schemas.openxmlformats.org/officeDocument/2006/relationships/image" Target="../media/image49.png"/><Relationship Id="rId30" Type="http://schemas.openxmlformats.org/officeDocument/2006/relationships/image" Target="../media/image40.png"/><Relationship Id="rId11" Type="http://schemas.openxmlformats.org/officeDocument/2006/relationships/image" Target="../media/image30.png"/><Relationship Id="rId33" Type="http://schemas.openxmlformats.org/officeDocument/2006/relationships/image" Target="../media/image46.png"/><Relationship Id="rId10" Type="http://schemas.openxmlformats.org/officeDocument/2006/relationships/image" Target="../media/image32.png"/><Relationship Id="rId32" Type="http://schemas.openxmlformats.org/officeDocument/2006/relationships/image" Target="../media/image41.png"/><Relationship Id="rId13" Type="http://schemas.openxmlformats.org/officeDocument/2006/relationships/image" Target="../media/image36.png"/><Relationship Id="rId12" Type="http://schemas.openxmlformats.org/officeDocument/2006/relationships/image" Target="../media/image27.png"/><Relationship Id="rId15" Type="http://schemas.openxmlformats.org/officeDocument/2006/relationships/image" Target="../media/image23.png"/><Relationship Id="rId14" Type="http://schemas.openxmlformats.org/officeDocument/2006/relationships/image" Target="../media/image14.png"/><Relationship Id="rId17" Type="http://schemas.openxmlformats.org/officeDocument/2006/relationships/image" Target="../media/image22.png"/><Relationship Id="rId16" Type="http://schemas.openxmlformats.org/officeDocument/2006/relationships/image" Target="../media/image39.png"/><Relationship Id="rId19" Type="http://schemas.openxmlformats.org/officeDocument/2006/relationships/image" Target="../media/image37.png"/><Relationship Id="rId1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image" Target="../media/image78.png"/><Relationship Id="rId42" Type="http://schemas.openxmlformats.org/officeDocument/2006/relationships/image" Target="../media/image81.png"/><Relationship Id="rId41" Type="http://schemas.openxmlformats.org/officeDocument/2006/relationships/image" Target="../media/image72.png"/><Relationship Id="rId44" Type="http://schemas.openxmlformats.org/officeDocument/2006/relationships/image" Target="../media/image103.png"/><Relationship Id="rId43" Type="http://schemas.openxmlformats.org/officeDocument/2006/relationships/image" Target="../media/image85.png"/><Relationship Id="rId46" Type="http://schemas.openxmlformats.org/officeDocument/2006/relationships/image" Target="../media/image109.png"/><Relationship Id="rId45" Type="http://schemas.openxmlformats.org/officeDocument/2006/relationships/image" Target="../media/image99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0.png"/><Relationship Id="rId4" Type="http://schemas.openxmlformats.org/officeDocument/2006/relationships/image" Target="../media/image64.png"/><Relationship Id="rId9" Type="http://schemas.openxmlformats.org/officeDocument/2006/relationships/image" Target="../media/image48.png"/><Relationship Id="rId48" Type="http://schemas.openxmlformats.org/officeDocument/2006/relationships/image" Target="../media/image93.png"/><Relationship Id="rId47" Type="http://schemas.openxmlformats.org/officeDocument/2006/relationships/image" Target="../media/image84.png"/><Relationship Id="rId49" Type="http://schemas.openxmlformats.org/officeDocument/2006/relationships/image" Target="../media/image83.png"/><Relationship Id="rId5" Type="http://schemas.openxmlformats.org/officeDocument/2006/relationships/image" Target="../media/image97.png"/><Relationship Id="rId6" Type="http://schemas.openxmlformats.org/officeDocument/2006/relationships/image" Target="../media/image45.png"/><Relationship Id="rId7" Type="http://schemas.openxmlformats.org/officeDocument/2006/relationships/image" Target="../media/image51.png"/><Relationship Id="rId8" Type="http://schemas.openxmlformats.org/officeDocument/2006/relationships/image" Target="../media/image62.png"/><Relationship Id="rId72" Type="http://schemas.openxmlformats.org/officeDocument/2006/relationships/image" Target="../media/image111.png"/><Relationship Id="rId31" Type="http://schemas.openxmlformats.org/officeDocument/2006/relationships/image" Target="../media/image69.png"/><Relationship Id="rId30" Type="http://schemas.openxmlformats.org/officeDocument/2006/relationships/image" Target="../media/image70.png"/><Relationship Id="rId33" Type="http://schemas.openxmlformats.org/officeDocument/2006/relationships/image" Target="../media/image82.png"/><Relationship Id="rId32" Type="http://schemas.openxmlformats.org/officeDocument/2006/relationships/image" Target="../media/image77.png"/><Relationship Id="rId35" Type="http://schemas.openxmlformats.org/officeDocument/2006/relationships/image" Target="../media/image68.png"/><Relationship Id="rId34" Type="http://schemas.openxmlformats.org/officeDocument/2006/relationships/image" Target="../media/image76.png"/><Relationship Id="rId71" Type="http://schemas.openxmlformats.org/officeDocument/2006/relationships/image" Target="../media/image114.png"/><Relationship Id="rId70" Type="http://schemas.openxmlformats.org/officeDocument/2006/relationships/image" Target="../media/image108.png"/><Relationship Id="rId37" Type="http://schemas.openxmlformats.org/officeDocument/2006/relationships/image" Target="../media/image73.png"/><Relationship Id="rId36" Type="http://schemas.openxmlformats.org/officeDocument/2006/relationships/image" Target="../media/image74.png"/><Relationship Id="rId39" Type="http://schemas.openxmlformats.org/officeDocument/2006/relationships/image" Target="../media/image75.png"/><Relationship Id="rId38" Type="http://schemas.openxmlformats.org/officeDocument/2006/relationships/image" Target="../media/image80.png"/><Relationship Id="rId62" Type="http://schemas.openxmlformats.org/officeDocument/2006/relationships/image" Target="../media/image102.png"/><Relationship Id="rId61" Type="http://schemas.openxmlformats.org/officeDocument/2006/relationships/image" Target="../media/image94.png"/><Relationship Id="rId20" Type="http://schemas.openxmlformats.org/officeDocument/2006/relationships/image" Target="../media/image65.png"/><Relationship Id="rId64" Type="http://schemas.openxmlformats.org/officeDocument/2006/relationships/image" Target="../media/image112.png"/><Relationship Id="rId63" Type="http://schemas.openxmlformats.org/officeDocument/2006/relationships/image" Target="../media/image107.png"/><Relationship Id="rId22" Type="http://schemas.openxmlformats.org/officeDocument/2006/relationships/image" Target="../media/image67.png"/><Relationship Id="rId66" Type="http://schemas.openxmlformats.org/officeDocument/2006/relationships/image" Target="../media/image100.png"/><Relationship Id="rId21" Type="http://schemas.openxmlformats.org/officeDocument/2006/relationships/image" Target="../media/image56.png"/><Relationship Id="rId65" Type="http://schemas.openxmlformats.org/officeDocument/2006/relationships/image" Target="../media/image104.png"/><Relationship Id="rId24" Type="http://schemas.openxmlformats.org/officeDocument/2006/relationships/image" Target="../media/image54.png"/><Relationship Id="rId68" Type="http://schemas.openxmlformats.org/officeDocument/2006/relationships/image" Target="../media/image110.png"/><Relationship Id="rId23" Type="http://schemas.openxmlformats.org/officeDocument/2006/relationships/image" Target="../media/image57.png"/><Relationship Id="rId67" Type="http://schemas.openxmlformats.org/officeDocument/2006/relationships/image" Target="../media/image113.png"/><Relationship Id="rId60" Type="http://schemas.openxmlformats.org/officeDocument/2006/relationships/image" Target="../media/image98.png"/><Relationship Id="rId26" Type="http://schemas.openxmlformats.org/officeDocument/2006/relationships/image" Target="../media/image61.png"/><Relationship Id="rId25" Type="http://schemas.openxmlformats.org/officeDocument/2006/relationships/image" Target="../media/image115.png"/><Relationship Id="rId69" Type="http://schemas.openxmlformats.org/officeDocument/2006/relationships/image" Target="../media/image105.png"/><Relationship Id="rId28" Type="http://schemas.openxmlformats.org/officeDocument/2006/relationships/image" Target="../media/image63.png"/><Relationship Id="rId27" Type="http://schemas.openxmlformats.org/officeDocument/2006/relationships/image" Target="../media/image71.png"/><Relationship Id="rId29" Type="http://schemas.openxmlformats.org/officeDocument/2006/relationships/image" Target="../media/image66.png"/><Relationship Id="rId51" Type="http://schemas.openxmlformats.org/officeDocument/2006/relationships/image" Target="../media/image92.png"/><Relationship Id="rId50" Type="http://schemas.openxmlformats.org/officeDocument/2006/relationships/image" Target="../media/image90.png"/><Relationship Id="rId53" Type="http://schemas.openxmlformats.org/officeDocument/2006/relationships/image" Target="../media/image86.png"/><Relationship Id="rId52" Type="http://schemas.openxmlformats.org/officeDocument/2006/relationships/image" Target="../media/image89.png"/><Relationship Id="rId11" Type="http://schemas.openxmlformats.org/officeDocument/2006/relationships/image" Target="../media/image59.png"/><Relationship Id="rId55" Type="http://schemas.openxmlformats.org/officeDocument/2006/relationships/image" Target="../media/image91.png"/><Relationship Id="rId10" Type="http://schemas.openxmlformats.org/officeDocument/2006/relationships/image" Target="../media/image79.png"/><Relationship Id="rId54" Type="http://schemas.openxmlformats.org/officeDocument/2006/relationships/image" Target="../media/image87.png"/><Relationship Id="rId13" Type="http://schemas.openxmlformats.org/officeDocument/2006/relationships/image" Target="../media/image55.png"/><Relationship Id="rId57" Type="http://schemas.openxmlformats.org/officeDocument/2006/relationships/image" Target="../media/image106.png"/><Relationship Id="rId12" Type="http://schemas.openxmlformats.org/officeDocument/2006/relationships/image" Target="../media/image43.png"/><Relationship Id="rId56" Type="http://schemas.openxmlformats.org/officeDocument/2006/relationships/image" Target="../media/image88.png"/><Relationship Id="rId15" Type="http://schemas.openxmlformats.org/officeDocument/2006/relationships/image" Target="../media/image95.png"/><Relationship Id="rId59" Type="http://schemas.openxmlformats.org/officeDocument/2006/relationships/image" Target="../media/image101.png"/><Relationship Id="rId14" Type="http://schemas.openxmlformats.org/officeDocument/2006/relationships/image" Target="../media/image47.png"/><Relationship Id="rId58" Type="http://schemas.openxmlformats.org/officeDocument/2006/relationships/image" Target="../media/image96.png"/><Relationship Id="rId17" Type="http://schemas.openxmlformats.org/officeDocument/2006/relationships/image" Target="../media/image53.png"/><Relationship Id="rId16" Type="http://schemas.openxmlformats.org/officeDocument/2006/relationships/image" Target="../media/image60.png"/><Relationship Id="rId19" Type="http://schemas.openxmlformats.org/officeDocument/2006/relationships/image" Target="../media/image52.png"/><Relationship Id="rId18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132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 title="Fro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28"/>
            <a:ext cx="9144003" cy="5143501"/>
          </a:xfrm>
          <a:prstGeom prst="rect">
            <a:avLst/>
          </a:prstGeom>
          <a:noFill/>
          <a:ln cap="flat" cmpd="sng" w="3575">
            <a:solidFill>
              <a:srgbClr val="002DC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35"/>
          <p:cNvSpPr/>
          <p:nvPr/>
        </p:nvSpPr>
        <p:spPr>
          <a:xfrm>
            <a:off x="421625" y="1637100"/>
            <a:ext cx="5095500" cy="490200"/>
          </a:xfrm>
          <a:prstGeom prst="roundRect">
            <a:avLst>
              <a:gd fmla="val 5060" name="adj"/>
            </a:avLst>
          </a:prstGeom>
          <a:gradFill>
            <a:gsLst>
              <a:gs pos="0">
                <a:srgbClr val="051320"/>
              </a:gs>
              <a:gs pos="36000">
                <a:srgbClr val="2F55D4"/>
              </a:gs>
              <a:gs pos="100000">
                <a:srgbClr val="3CC583"/>
              </a:gs>
            </a:gsLst>
            <a:lin ang="50" scaled="0"/>
          </a:gra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148" name="Google Shape;148;p35"/>
          <p:cNvSpPr/>
          <p:nvPr/>
        </p:nvSpPr>
        <p:spPr>
          <a:xfrm>
            <a:off x="6540349" y="4824425"/>
            <a:ext cx="2229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utfit"/>
              <a:buNone/>
            </a:pPr>
            <a:r>
              <a:rPr b="0" i="0" lang="en" sz="1100" u="sng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www.faclon.com</a:t>
            </a:r>
            <a:r>
              <a:rPr b="0" i="0" lang="en" sz="11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5"/>
          <p:cNvSpPr/>
          <p:nvPr/>
        </p:nvSpPr>
        <p:spPr>
          <a:xfrm>
            <a:off x="449375" y="1637100"/>
            <a:ext cx="67911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152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Fiber Manufacturing Process Optimization</a:t>
            </a:r>
            <a:endParaRPr b="1" sz="16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0" name="Google Shape;150;p35"/>
          <p:cNvSpPr/>
          <p:nvPr/>
        </p:nvSpPr>
        <p:spPr>
          <a:xfrm>
            <a:off x="433402" y="2239550"/>
            <a:ext cx="5354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Decision Intelligence at scale to unlock Latent Potential of each Plant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35"/>
          <p:cNvGrpSpPr/>
          <p:nvPr/>
        </p:nvGrpSpPr>
        <p:grpSpPr>
          <a:xfrm>
            <a:off x="457257" y="571500"/>
            <a:ext cx="1638505" cy="342900"/>
            <a:chOff x="1219352" y="1524000"/>
            <a:chExt cx="4369347" cy="914400"/>
          </a:xfrm>
        </p:grpSpPr>
        <p:pic>
          <p:nvPicPr>
            <p:cNvPr descr=" " id="152" name="Google Shape;152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19352" y="1524000"/>
              <a:ext cx="720455" cy="821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3" name="Google Shape;15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82763" y="1671665"/>
              <a:ext cx="235141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4" name="Google Shape;154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54792" y="1671665"/>
              <a:ext cx="387684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3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71676" y="1671665"/>
              <a:ext cx="221868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6" name="Google Shape;156;p3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915252" y="1671665"/>
              <a:ext cx="325515" cy="359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7" name="Google Shape;157;p3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776674" y="1661291"/>
              <a:ext cx="328232" cy="37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8" name="Google Shape;158;p3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446447" y="1661291"/>
              <a:ext cx="385501" cy="37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9" name="Google Shape;159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960799" y="2101559"/>
              <a:ext cx="206860" cy="324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0" name="Google Shape;160;p3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336339" y="2061090"/>
              <a:ext cx="348574" cy="365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1" name="Google Shape;161;p3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893994" y="2061090"/>
              <a:ext cx="244840" cy="365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3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356349" y="2051779"/>
              <a:ext cx="232350" cy="3866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35"/>
          <p:cNvSpPr txBox="1"/>
          <p:nvPr/>
        </p:nvSpPr>
        <p:spPr>
          <a:xfrm>
            <a:off x="556853" y="2641164"/>
            <a:ext cx="2773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5" lIns="34275" spcFirstLastPara="1" rIns="34275" wrap="square" tIns="1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 Date: 27th Aug, 2026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383158" y="1161600"/>
            <a:ext cx="38031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Welspun Corporation</a:t>
            </a:r>
            <a:endParaRPr b="1" sz="2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5" name="Google Shape;165;p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57256" y="3385799"/>
            <a:ext cx="2382674" cy="668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1" name="Google Shape;1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685" y="1023938"/>
            <a:ext cx="604834" cy="604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2" name="Google Shape;1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6048" y="519113"/>
            <a:ext cx="6148355" cy="2596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5705" y="485775"/>
            <a:ext cx="4846588" cy="46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4" name="Google Shape;17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97559" y="2727305"/>
            <a:ext cx="4846587" cy="46351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6"/>
          <p:cNvSpPr/>
          <p:nvPr/>
        </p:nvSpPr>
        <p:spPr>
          <a:xfrm>
            <a:off x="233361" y="238125"/>
            <a:ext cx="4295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6"/>
          <p:cNvSpPr/>
          <p:nvPr/>
        </p:nvSpPr>
        <p:spPr>
          <a:xfrm>
            <a:off x="233361" y="238125"/>
            <a:ext cx="2881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000"/>
              <a:buFont typeface="Outfit"/>
              <a:buNone/>
            </a:pPr>
            <a:r>
              <a:rPr b="1" i="0" lang="en" sz="18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Faclon Labs</a:t>
            </a:r>
            <a:r>
              <a:rPr b="1" i="0" lang="en" sz="1800" u="none" cap="none" strike="noStrike">
                <a:solidFill>
                  <a:srgbClr val="192839"/>
                </a:solidFill>
                <a:latin typeface="Outfit"/>
                <a:ea typeface="Outfit"/>
                <a:cs typeface="Outfit"/>
                <a:sym typeface="Outfit"/>
              </a:rPr>
              <a:t> at a Glance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6"/>
          <p:cNvSpPr/>
          <p:nvPr/>
        </p:nvSpPr>
        <p:spPr>
          <a:xfrm>
            <a:off x="233347" y="561975"/>
            <a:ext cx="544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66D"/>
              </a:buClr>
              <a:buSzPts val="1000"/>
              <a:buFont typeface="Outfit"/>
              <a:buNone/>
            </a:pPr>
            <a:r>
              <a:rPr b="0" i="0" lang="en" sz="1000" u="none" cap="none" strike="noStrike">
                <a:solidFill>
                  <a:srgbClr val="40566D"/>
                </a:solidFill>
                <a:latin typeface="Outfit"/>
                <a:ea typeface="Outfit"/>
                <a:cs typeface="Outfit"/>
                <a:sym typeface="Outfit"/>
              </a:rPr>
              <a:t>Leaders in Industrial Data Integration, Visualization, and AI based Optimization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78" name="Google Shape;17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84002" y="-597694"/>
            <a:ext cx="4610076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9" name="Google Shape;179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561" y="1786494"/>
            <a:ext cx="1983265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0" name="Google Shape;180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47547" y="1786494"/>
            <a:ext cx="841137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1" name="Google Shape;181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62717" y="1109663"/>
            <a:ext cx="19050" cy="632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2" name="Google Shape;182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62717" y="1869845"/>
            <a:ext cx="19050" cy="639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3" name="Google Shape;183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81106" y="1869845"/>
            <a:ext cx="19050" cy="6399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/>
          <p:nvPr/>
        </p:nvSpPr>
        <p:spPr>
          <a:xfrm>
            <a:off x="1354943" y="1885950"/>
            <a:ext cx="9144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Outfit"/>
              <a:buNone/>
            </a:pPr>
            <a:r>
              <a:rPr b="1" i="0" lang="en" sz="23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5 B+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Outfit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Outfit"/>
                <a:ea typeface="Outfit"/>
                <a:cs typeface="Outfit"/>
                <a:sym typeface="Outfit"/>
              </a:rPr>
              <a:t>Data Points Daily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6"/>
          <p:cNvSpPr/>
          <p:nvPr/>
        </p:nvSpPr>
        <p:spPr>
          <a:xfrm>
            <a:off x="2616999" y="1885950"/>
            <a:ext cx="7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Outfit"/>
              <a:buNone/>
            </a:pPr>
            <a:r>
              <a:rPr b="1" i="0" lang="en" sz="23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r>
              <a:rPr b="1" lang="en" sz="2300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i="0" lang="en" sz="23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0+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Outfit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Outfit"/>
                <a:ea typeface="Outfit"/>
                <a:cs typeface="Outfit"/>
                <a:sym typeface="Outfit"/>
              </a:rPr>
              <a:t>Employees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6"/>
          <p:cNvSpPr/>
          <p:nvPr/>
        </p:nvSpPr>
        <p:spPr>
          <a:xfrm>
            <a:off x="2494762" y="1128713"/>
            <a:ext cx="966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Outfit"/>
              <a:buNone/>
            </a:pPr>
            <a:r>
              <a:rPr b="1" i="0" lang="en" sz="23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400+</a:t>
            </a:r>
            <a:r>
              <a:rPr b="0" i="0" lang="en" sz="800" u="none" cap="none" strike="noStrike">
                <a:solidFill>
                  <a:srgbClr val="05132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" sz="1000" u="none" cap="none" strike="noStrike">
                <a:solidFill>
                  <a:srgbClr val="051320"/>
                </a:solidFill>
                <a:latin typeface="Outfit"/>
                <a:ea typeface="Outfit"/>
                <a:cs typeface="Outfit"/>
                <a:sym typeface="Outfit"/>
              </a:rPr>
              <a:t>Deployments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1454955" y="1128713"/>
            <a:ext cx="71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Outfit"/>
              <a:buNone/>
            </a:pPr>
            <a:r>
              <a:rPr b="1" i="0" lang="en" sz="23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r>
              <a:rPr b="1" lang="en" sz="2300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83</a:t>
            </a:r>
            <a:r>
              <a:rPr b="1" i="0" lang="en" sz="23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+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Outfit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Outfit"/>
                <a:ea typeface="Outfit"/>
                <a:cs typeface="Outfit"/>
                <a:sym typeface="Outfit"/>
              </a:rPr>
              <a:t>Customers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240524" y="1857375"/>
            <a:ext cx="9525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300"/>
              <a:buFont typeface="Outfit"/>
              <a:buNone/>
            </a:pPr>
            <a:r>
              <a:rPr b="1" i="0" lang="en" sz="23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60k+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320"/>
              </a:buClr>
              <a:buSzPts val="1000"/>
              <a:buFont typeface="Outfit"/>
              <a:buNone/>
            </a:pPr>
            <a:r>
              <a:rPr b="0" i="0" lang="en" sz="1000" u="none" cap="none" strike="noStrike">
                <a:solidFill>
                  <a:srgbClr val="051320"/>
                </a:solidFill>
                <a:latin typeface="Outfit"/>
                <a:ea typeface="Outfit"/>
                <a:cs typeface="Outfit"/>
                <a:sym typeface="Outfit"/>
              </a:rPr>
              <a:t>Assets Connected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6270600" y="3286125"/>
            <a:ext cx="779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1200"/>
              <a:buFont typeface="Outfit"/>
              <a:buNone/>
            </a:pPr>
            <a:r>
              <a:rPr b="1" i="0" lang="en" sz="12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Backed By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90" name="Google Shape;190;p3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16559" y="2793206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6"/>
          <p:cNvSpPr/>
          <p:nvPr/>
        </p:nvSpPr>
        <p:spPr>
          <a:xfrm>
            <a:off x="2509440" y="2890838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92" name="Google Shape;192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09439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3" name="Google Shape;193;p3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509225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/>
          <p:nvPr/>
        </p:nvSpPr>
        <p:spPr>
          <a:xfrm>
            <a:off x="3090051" y="2869406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/>
          <p:nvPr/>
        </p:nvSpPr>
        <p:spPr>
          <a:xfrm>
            <a:off x="3090051" y="2869406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i="0" lang="en" sz="1000" u="none" cap="none" strike="noStrike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Utkarsh Srivastava​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6"/>
          <p:cNvSpPr/>
          <p:nvPr/>
        </p:nvSpPr>
        <p:spPr>
          <a:xfrm>
            <a:off x="3090051" y="3069431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Outfit SemiBold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CTO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6"/>
          <p:cNvSpPr/>
          <p:nvPr/>
        </p:nvSpPr>
        <p:spPr>
          <a:xfrm>
            <a:off x="3090051" y="321706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Ex-White Hat Hacker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98" name="Google Shape;198;p3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98673" y="3531394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6"/>
          <p:cNvSpPr/>
          <p:nvPr/>
        </p:nvSpPr>
        <p:spPr>
          <a:xfrm>
            <a:off x="2491554" y="36290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0" name="Google Shape;200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491554" y="3629025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1" name="Google Shape;201;p3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90850" y="3629764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/>
          <p:nvPr/>
        </p:nvSpPr>
        <p:spPr>
          <a:xfrm>
            <a:off x="3072165" y="36075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6"/>
          <p:cNvSpPr/>
          <p:nvPr/>
        </p:nvSpPr>
        <p:spPr>
          <a:xfrm>
            <a:off x="3072165" y="36075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i="0" lang="en" sz="1000" u="none" cap="none" strike="noStrike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Vivek Singh​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6"/>
          <p:cNvSpPr/>
          <p:nvPr/>
        </p:nvSpPr>
        <p:spPr>
          <a:xfrm>
            <a:off x="3072165" y="38076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Outfit SemiBold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Chief Data Scientist​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6"/>
          <p:cNvSpPr/>
          <p:nvPr/>
        </p:nvSpPr>
        <p:spPr>
          <a:xfrm>
            <a:off x="3072165" y="39552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B.Tech IIT Kanpur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06" name="Google Shape;206;p3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316559" y="4255294"/>
            <a:ext cx="2310185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6"/>
          <p:cNvSpPr/>
          <p:nvPr/>
        </p:nvSpPr>
        <p:spPr>
          <a:xfrm>
            <a:off x="2509440" y="43529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8" name="Google Shape;208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09439" y="4352925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/>
          <p:nvPr/>
        </p:nvSpPr>
        <p:spPr>
          <a:xfrm>
            <a:off x="3090051" y="43314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6"/>
          <p:cNvSpPr/>
          <p:nvPr/>
        </p:nvSpPr>
        <p:spPr>
          <a:xfrm>
            <a:off x="3090051" y="43314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lang="en" sz="1000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Parag Patil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6"/>
          <p:cNvSpPr/>
          <p:nvPr/>
        </p:nvSpPr>
        <p:spPr>
          <a:xfrm>
            <a:off x="3090051" y="45315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Outfit SemiBold"/>
              <a:buNone/>
            </a:pPr>
            <a:r>
              <a:rPr lang="en" sz="700">
                <a:solidFill>
                  <a:srgbClr val="50505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Chief Strategic Alliances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3090051" y="46791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lang="en" sz="700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Ex-Wipro, Infosys, RIL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13" name="Google Shape;213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943450" y="36147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3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682" y="2793206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6"/>
          <p:cNvSpPr/>
          <p:nvPr/>
        </p:nvSpPr>
        <p:spPr>
          <a:xfrm>
            <a:off x="281384" y="2869406"/>
            <a:ext cx="1936200" cy="519000"/>
          </a:xfrm>
          <a:prstGeom prst="rect">
            <a:avLst/>
          </a:prstGeom>
          <a:noFill/>
          <a:ln cap="flat" cmpd="sng" w="19050">
            <a:solidFill>
              <a:srgbClr val="D7D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6" name="Google Shape;216;p3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1384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7" name="Google Shape;217;p3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81169" y="2890838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/>
          <p:nvPr/>
        </p:nvSpPr>
        <p:spPr>
          <a:xfrm>
            <a:off x="861995" y="2869406"/>
            <a:ext cx="1355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861995" y="2869406"/>
            <a:ext cx="1396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i="0" lang="en" sz="1000" u="none" cap="none" strike="noStrike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Rishi Sharma​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6"/>
          <p:cNvSpPr/>
          <p:nvPr/>
        </p:nvSpPr>
        <p:spPr>
          <a:xfrm>
            <a:off x="861995" y="3069431"/>
            <a:ext cx="1387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Outfit SemiBold"/>
              <a:buNone/>
            </a:pPr>
            <a:r>
              <a:rPr b="0" i="0" lang="en" sz="700" u="none" cap="none" strike="noStrike">
                <a:solidFill>
                  <a:srgbClr val="50505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CEO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861995" y="3217069"/>
            <a:ext cx="1387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B.Tech IIT Bombay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22" name="Google Shape;222;p3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6681" y="3531394"/>
            <a:ext cx="2310185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6"/>
          <p:cNvSpPr/>
          <p:nvPr/>
        </p:nvSpPr>
        <p:spPr>
          <a:xfrm>
            <a:off x="309561" y="36290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24" name="Google Shape;224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9561" y="3629025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6"/>
          <p:cNvSpPr/>
          <p:nvPr/>
        </p:nvSpPr>
        <p:spPr>
          <a:xfrm>
            <a:off x="890172" y="36075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/>
          <p:nvPr/>
        </p:nvSpPr>
        <p:spPr>
          <a:xfrm>
            <a:off x="890172" y="36075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lang="en" sz="1000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Parth Chaudhary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890172" y="38076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Outfit SemiBold"/>
              <a:buNone/>
            </a:pPr>
            <a:r>
              <a:rPr lang="en" sz="700">
                <a:solidFill>
                  <a:srgbClr val="50505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President of Solution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6"/>
          <p:cNvSpPr/>
          <p:nvPr/>
        </p:nvSpPr>
        <p:spPr>
          <a:xfrm>
            <a:off x="890172" y="39552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lang="en" sz="700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B. Tech IIT Bombay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29" name="Google Shape;229;p3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6681" y="4255294"/>
            <a:ext cx="2310185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/>
          <p:nvPr/>
        </p:nvSpPr>
        <p:spPr>
          <a:xfrm>
            <a:off x="309561" y="4352925"/>
            <a:ext cx="1924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1" name="Google Shape;231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09561" y="4352925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p3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09561" y="4355306"/>
            <a:ext cx="476248" cy="4761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/>
          <p:nvPr/>
        </p:nvSpPr>
        <p:spPr>
          <a:xfrm>
            <a:off x="890172" y="4331494"/>
            <a:ext cx="1344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890172" y="4331494"/>
            <a:ext cx="13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i="0" lang="en" sz="1000" u="none" cap="none" strike="noStrike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Archit Naraniwal​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890172" y="4531519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700"/>
              <a:buFont typeface="Outfit SemiBold"/>
              <a:buNone/>
            </a:pPr>
            <a:r>
              <a:rPr lang="en" sz="700">
                <a:solidFill>
                  <a:srgbClr val="50505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Chief</a:t>
            </a:r>
            <a:r>
              <a:rPr b="0" i="0" lang="en" sz="700" u="none" cap="none" strike="noStrike">
                <a:solidFill>
                  <a:srgbClr val="50505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Sales Officer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6"/>
          <p:cNvSpPr/>
          <p:nvPr/>
        </p:nvSpPr>
        <p:spPr>
          <a:xfrm>
            <a:off x="890172" y="4679156"/>
            <a:ext cx="1375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B. Tech IIT Bombay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37" name="Google Shape;237;p3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02194" y="3531406"/>
            <a:ext cx="2136722" cy="98094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6"/>
          <p:cNvSpPr/>
          <p:nvPr/>
        </p:nvSpPr>
        <p:spPr>
          <a:xfrm>
            <a:off x="5795075" y="3629038"/>
            <a:ext cx="175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9" name="Google Shape;239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795075" y="362903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0" name="Google Shape;240;p3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816757" y="3650670"/>
            <a:ext cx="428623" cy="42856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/>
          <p:nvPr/>
        </p:nvSpPr>
        <p:spPr>
          <a:xfrm>
            <a:off x="6375686" y="3781438"/>
            <a:ext cx="117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2" name="Google Shape;242;p3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750569" y="4255294"/>
            <a:ext cx="2138352" cy="888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/>
          <p:nvPr/>
        </p:nvSpPr>
        <p:spPr>
          <a:xfrm>
            <a:off x="4943449" y="4352925"/>
            <a:ext cx="1752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4" name="Google Shape;244;p3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943449" y="4352925"/>
            <a:ext cx="476248" cy="490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3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981549" y="4364981"/>
            <a:ext cx="428623" cy="441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/>
          <p:nvPr/>
        </p:nvSpPr>
        <p:spPr>
          <a:xfrm>
            <a:off x="5524061" y="4338638"/>
            <a:ext cx="1172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7" name="Google Shape;247;p3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803196" y="4250531"/>
            <a:ext cx="2136721" cy="89285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/>
          <p:nvPr/>
        </p:nvSpPr>
        <p:spPr>
          <a:xfrm>
            <a:off x="6996076" y="4357688"/>
            <a:ext cx="175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9" name="Google Shape;249;p3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996076" y="4357688"/>
            <a:ext cx="476248" cy="476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0" name="Google Shape;250;p36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996076" y="4376738"/>
            <a:ext cx="433385" cy="43333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6"/>
          <p:cNvSpPr/>
          <p:nvPr/>
        </p:nvSpPr>
        <p:spPr>
          <a:xfrm>
            <a:off x="7576688" y="4510088"/>
            <a:ext cx="117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6"/>
          <p:cNvSpPr/>
          <p:nvPr/>
        </p:nvSpPr>
        <p:spPr>
          <a:xfrm>
            <a:off x="5524061" y="4416187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9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i="0" lang="en" sz="1000" u="none" cap="none" strike="noStrike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Jay Kotak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5524061" y="4640024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Co-head, Kotak 811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6354478" y="3667534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9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i="0" lang="en" sz="1000" u="none" cap="none" strike="noStrike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Sarjan Shah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6"/>
          <p:cNvSpPr/>
          <p:nvPr/>
        </p:nvSpPr>
        <p:spPr>
          <a:xfrm>
            <a:off x="6354478" y="3891372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MD, Group Satellite 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7555479" y="4416187"/>
            <a:ext cx="1211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9000"/>
              </a:lnSpc>
              <a:spcBef>
                <a:spcPts val="0"/>
              </a:spcBef>
              <a:spcAft>
                <a:spcPts val="0"/>
              </a:spcAft>
              <a:buClr>
                <a:srgbClr val="121127"/>
              </a:buClr>
              <a:buSzPts val="1000"/>
              <a:buFont typeface="Outfit"/>
              <a:buNone/>
            </a:pPr>
            <a:r>
              <a:rPr b="1" i="0" lang="en" sz="1000" u="none" cap="none" strike="noStrike">
                <a:solidFill>
                  <a:srgbClr val="121127"/>
                </a:solidFill>
                <a:latin typeface="Outfit"/>
                <a:ea typeface="Outfit"/>
                <a:cs typeface="Outfit"/>
                <a:sym typeface="Outfit"/>
              </a:rPr>
              <a:t>Siddharth Mehra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6"/>
          <p:cNvSpPr/>
          <p:nvPr/>
        </p:nvSpPr>
        <p:spPr>
          <a:xfrm>
            <a:off x="7555479" y="4640024"/>
            <a:ext cx="120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700"/>
              <a:buFont typeface="Outfit"/>
              <a:buNone/>
            </a:pPr>
            <a:r>
              <a:rPr b="0" i="0" lang="en" sz="7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ED, Savita Oil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6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97664" y="3638616"/>
            <a:ext cx="476253" cy="476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6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490863" y="4344875"/>
            <a:ext cx="476250" cy="47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36"/>
          <p:cNvGrpSpPr/>
          <p:nvPr/>
        </p:nvGrpSpPr>
        <p:grpSpPr>
          <a:xfrm>
            <a:off x="7770516" y="215751"/>
            <a:ext cx="1158723" cy="241192"/>
            <a:chOff x="4059287" y="2048033"/>
            <a:chExt cx="4075704" cy="848371"/>
          </a:xfrm>
        </p:grpSpPr>
        <p:sp>
          <p:nvSpPr>
            <p:cNvPr id="261" name="Google Shape;261;p36"/>
            <p:cNvSpPr/>
            <p:nvPr/>
          </p:nvSpPr>
          <p:spPr>
            <a:xfrm>
              <a:off x="4059287" y="2048033"/>
              <a:ext cx="672035" cy="761954"/>
            </a:xfrm>
            <a:custGeom>
              <a:rect b="b" l="l" r="r" t="t"/>
              <a:pathLst>
                <a:path extrusionOk="0" h="761954" w="672035">
                  <a:moveTo>
                    <a:pt x="339316" y="761955"/>
                  </a:moveTo>
                  <a:lnTo>
                    <a:pt x="145956" y="208835"/>
                  </a:lnTo>
                  <a:lnTo>
                    <a:pt x="74200" y="431354"/>
                  </a:lnTo>
                  <a:lnTo>
                    <a:pt x="190672" y="519726"/>
                  </a:lnTo>
                  <a:lnTo>
                    <a:pt x="211441" y="612252"/>
                  </a:lnTo>
                  <a:lnTo>
                    <a:pt x="0" y="458313"/>
                  </a:lnTo>
                  <a:lnTo>
                    <a:pt x="152147" y="0"/>
                  </a:lnTo>
                  <a:lnTo>
                    <a:pt x="339316" y="556052"/>
                  </a:lnTo>
                  <a:lnTo>
                    <a:pt x="524450" y="8145"/>
                  </a:lnTo>
                  <a:lnTo>
                    <a:pt x="672035" y="470856"/>
                  </a:lnTo>
                  <a:lnTo>
                    <a:pt x="461001" y="623654"/>
                  </a:lnTo>
                  <a:lnTo>
                    <a:pt x="483888" y="523879"/>
                  </a:lnTo>
                  <a:lnTo>
                    <a:pt x="596125" y="438602"/>
                  </a:lnTo>
                  <a:lnTo>
                    <a:pt x="521273" y="21820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6"/>
            <p:cNvSpPr/>
            <p:nvPr/>
          </p:nvSpPr>
          <p:spPr>
            <a:xfrm>
              <a:off x="4864573" y="2185030"/>
              <a:ext cx="219342" cy="333696"/>
            </a:xfrm>
            <a:custGeom>
              <a:rect b="b" l="l" r="r" t="t"/>
              <a:pathLst>
                <a:path extrusionOk="0" h="333696" w="219342">
                  <a:moveTo>
                    <a:pt x="219342" y="0"/>
                  </a:moveTo>
                  <a:lnTo>
                    <a:pt x="219342" y="68173"/>
                  </a:lnTo>
                  <a:lnTo>
                    <a:pt x="80064" y="68173"/>
                  </a:lnTo>
                  <a:lnTo>
                    <a:pt x="80064" y="138545"/>
                  </a:lnTo>
                  <a:lnTo>
                    <a:pt x="209324" y="138545"/>
                  </a:lnTo>
                  <a:lnTo>
                    <a:pt x="209324" y="206473"/>
                  </a:lnTo>
                  <a:lnTo>
                    <a:pt x="80064" y="206473"/>
                  </a:lnTo>
                  <a:lnTo>
                    <a:pt x="80064" y="333696"/>
                  </a:lnTo>
                  <a:lnTo>
                    <a:pt x="0" y="33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6"/>
            <p:cNvSpPr/>
            <p:nvPr/>
          </p:nvSpPr>
          <p:spPr>
            <a:xfrm>
              <a:off x="5118368" y="2185030"/>
              <a:ext cx="361633" cy="333696"/>
            </a:xfrm>
            <a:custGeom>
              <a:rect b="b" l="l" r="r" t="t"/>
              <a:pathLst>
                <a:path extrusionOk="0" h="333696" w="361633">
                  <a:moveTo>
                    <a:pt x="334022" y="267804"/>
                  </a:moveTo>
                  <a:lnTo>
                    <a:pt x="308284" y="206473"/>
                  </a:lnTo>
                  <a:lnTo>
                    <a:pt x="279777" y="138545"/>
                  </a:lnTo>
                  <a:lnTo>
                    <a:pt x="250293" y="68173"/>
                  </a:lnTo>
                  <a:lnTo>
                    <a:pt x="221704" y="0"/>
                  </a:lnTo>
                  <a:lnTo>
                    <a:pt x="139929" y="0"/>
                  </a:lnTo>
                  <a:lnTo>
                    <a:pt x="111341" y="68173"/>
                  </a:lnTo>
                  <a:lnTo>
                    <a:pt x="81856" y="138545"/>
                  </a:lnTo>
                  <a:lnTo>
                    <a:pt x="53349" y="206473"/>
                  </a:lnTo>
                  <a:lnTo>
                    <a:pt x="27611" y="267804"/>
                  </a:lnTo>
                  <a:lnTo>
                    <a:pt x="0" y="333696"/>
                  </a:lnTo>
                  <a:lnTo>
                    <a:pt x="90408" y="333696"/>
                  </a:lnTo>
                  <a:lnTo>
                    <a:pt x="113621" y="267804"/>
                  </a:lnTo>
                  <a:lnTo>
                    <a:pt x="244835" y="267804"/>
                  </a:lnTo>
                  <a:lnTo>
                    <a:pt x="268048" y="333696"/>
                  </a:lnTo>
                  <a:lnTo>
                    <a:pt x="361633" y="333696"/>
                  </a:lnTo>
                  <a:lnTo>
                    <a:pt x="334022" y="267804"/>
                  </a:lnTo>
                  <a:close/>
                  <a:moveTo>
                    <a:pt x="135124" y="206473"/>
                  </a:moveTo>
                  <a:lnTo>
                    <a:pt x="159070" y="138545"/>
                  </a:lnTo>
                  <a:lnTo>
                    <a:pt x="179269" y="81123"/>
                  </a:lnTo>
                  <a:lnTo>
                    <a:pt x="199387" y="138545"/>
                  </a:lnTo>
                  <a:lnTo>
                    <a:pt x="223333" y="206473"/>
                  </a:lnTo>
                  <a:lnTo>
                    <a:pt x="135124" y="20647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6"/>
            <p:cNvSpPr/>
            <p:nvPr/>
          </p:nvSpPr>
          <p:spPr>
            <a:xfrm>
              <a:off x="5880404" y="2185030"/>
              <a:ext cx="206961" cy="333696"/>
            </a:xfrm>
            <a:custGeom>
              <a:rect b="b" l="l" r="r" t="t"/>
              <a:pathLst>
                <a:path extrusionOk="0" h="333696" w="206961">
                  <a:moveTo>
                    <a:pt x="206962" y="267804"/>
                  </a:moveTo>
                  <a:lnTo>
                    <a:pt x="206962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78028" y="0"/>
                  </a:lnTo>
                  <a:lnTo>
                    <a:pt x="78028" y="267804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6"/>
            <p:cNvSpPr/>
            <p:nvPr/>
          </p:nvSpPr>
          <p:spPr>
            <a:xfrm>
              <a:off x="6573941" y="2185030"/>
              <a:ext cx="303641" cy="333696"/>
            </a:xfrm>
            <a:custGeom>
              <a:rect b="b" l="l" r="r" t="t"/>
              <a:pathLst>
                <a:path extrusionOk="0" h="333696" w="303641">
                  <a:moveTo>
                    <a:pt x="303642" y="0"/>
                  </a:moveTo>
                  <a:lnTo>
                    <a:pt x="303642" y="171124"/>
                  </a:lnTo>
                  <a:lnTo>
                    <a:pt x="268293" y="206473"/>
                  </a:lnTo>
                  <a:lnTo>
                    <a:pt x="225939" y="248827"/>
                  </a:lnTo>
                  <a:lnTo>
                    <a:pt x="206962" y="267804"/>
                  </a:lnTo>
                  <a:lnTo>
                    <a:pt x="186111" y="288655"/>
                  </a:lnTo>
                  <a:lnTo>
                    <a:pt x="172916" y="267804"/>
                  </a:lnTo>
                  <a:lnTo>
                    <a:pt x="134391" y="206473"/>
                  </a:lnTo>
                  <a:lnTo>
                    <a:pt x="91630" y="138545"/>
                  </a:lnTo>
                  <a:lnTo>
                    <a:pt x="77621" y="116228"/>
                  </a:lnTo>
                  <a:lnTo>
                    <a:pt x="77621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90082" y="0"/>
                  </a:lnTo>
                  <a:lnTo>
                    <a:pt x="133006" y="68173"/>
                  </a:lnTo>
                  <a:lnTo>
                    <a:pt x="177233" y="138545"/>
                  </a:lnTo>
                  <a:lnTo>
                    <a:pt x="219912" y="206473"/>
                  </a:lnTo>
                  <a:lnTo>
                    <a:pt x="225939" y="216003"/>
                  </a:lnTo>
                  <a:lnTo>
                    <a:pt x="225939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6"/>
            <p:cNvSpPr/>
            <p:nvPr/>
          </p:nvSpPr>
          <p:spPr>
            <a:xfrm>
              <a:off x="5512010" y="2175419"/>
              <a:ext cx="306166" cy="351452"/>
            </a:xfrm>
            <a:custGeom>
              <a:rect b="b" l="l" r="r" t="t"/>
              <a:pathLst>
                <a:path extrusionOk="0" h="351452" w="306166">
                  <a:moveTo>
                    <a:pt x="306167" y="300547"/>
                  </a:moveTo>
                  <a:cubicBezTo>
                    <a:pt x="286212" y="320013"/>
                    <a:pt x="261533" y="334755"/>
                    <a:pt x="234003" y="343307"/>
                  </a:cubicBezTo>
                  <a:cubicBezTo>
                    <a:pt x="216898" y="348602"/>
                    <a:pt x="198654" y="351452"/>
                    <a:pt x="179758" y="351452"/>
                  </a:cubicBezTo>
                  <a:cubicBezTo>
                    <a:pt x="160862" y="351452"/>
                    <a:pt x="142617" y="348602"/>
                    <a:pt x="125513" y="343307"/>
                  </a:cubicBezTo>
                  <a:cubicBezTo>
                    <a:pt x="87883" y="331660"/>
                    <a:pt x="55548" y="308284"/>
                    <a:pt x="33231" y="277415"/>
                  </a:cubicBezTo>
                  <a:cubicBezTo>
                    <a:pt x="19955" y="259252"/>
                    <a:pt x="10181" y="238482"/>
                    <a:pt x="4805" y="216084"/>
                  </a:cubicBezTo>
                  <a:cubicBezTo>
                    <a:pt x="1629" y="203134"/>
                    <a:pt x="0" y="189613"/>
                    <a:pt x="0" y="175685"/>
                  </a:cubicBezTo>
                  <a:cubicBezTo>
                    <a:pt x="0" y="166319"/>
                    <a:pt x="733" y="157115"/>
                    <a:pt x="2199" y="148156"/>
                  </a:cubicBezTo>
                  <a:cubicBezTo>
                    <a:pt x="6353" y="122418"/>
                    <a:pt x="16208" y="98553"/>
                    <a:pt x="30462" y="77784"/>
                  </a:cubicBezTo>
                  <a:cubicBezTo>
                    <a:pt x="52127" y="46344"/>
                    <a:pt x="83811" y="22154"/>
                    <a:pt x="121115" y="9611"/>
                  </a:cubicBezTo>
                  <a:cubicBezTo>
                    <a:pt x="139441" y="3339"/>
                    <a:pt x="159233" y="0"/>
                    <a:pt x="179758" y="0"/>
                  </a:cubicBezTo>
                  <a:cubicBezTo>
                    <a:pt x="200283" y="0"/>
                    <a:pt x="220075" y="3339"/>
                    <a:pt x="238401" y="9611"/>
                  </a:cubicBezTo>
                  <a:cubicBezTo>
                    <a:pt x="263650" y="18082"/>
                    <a:pt x="286456" y="32009"/>
                    <a:pt x="305189" y="49765"/>
                  </a:cubicBezTo>
                  <a:lnTo>
                    <a:pt x="251026" y="104906"/>
                  </a:lnTo>
                  <a:cubicBezTo>
                    <a:pt x="240274" y="92770"/>
                    <a:pt x="226917" y="83322"/>
                    <a:pt x="211930" y="77784"/>
                  </a:cubicBezTo>
                  <a:cubicBezTo>
                    <a:pt x="202238" y="74200"/>
                    <a:pt x="191731" y="72245"/>
                    <a:pt x="180898" y="72245"/>
                  </a:cubicBezTo>
                  <a:cubicBezTo>
                    <a:pt x="170065" y="72245"/>
                    <a:pt x="159640" y="74200"/>
                    <a:pt x="149948" y="77784"/>
                  </a:cubicBezTo>
                  <a:cubicBezTo>
                    <a:pt x="120056" y="88698"/>
                    <a:pt x="96761" y="115087"/>
                    <a:pt x="88046" y="148156"/>
                  </a:cubicBezTo>
                  <a:cubicBezTo>
                    <a:pt x="85521" y="157441"/>
                    <a:pt x="84218" y="167215"/>
                    <a:pt x="84218" y="177396"/>
                  </a:cubicBezTo>
                  <a:cubicBezTo>
                    <a:pt x="84218" y="191079"/>
                    <a:pt x="86580" y="204111"/>
                    <a:pt x="90978" y="216084"/>
                  </a:cubicBezTo>
                  <a:cubicBezTo>
                    <a:pt x="101567" y="245080"/>
                    <a:pt x="123558" y="267723"/>
                    <a:pt x="151006" y="277415"/>
                  </a:cubicBezTo>
                  <a:cubicBezTo>
                    <a:pt x="160373" y="280754"/>
                    <a:pt x="170473" y="282546"/>
                    <a:pt x="180898" y="282546"/>
                  </a:cubicBezTo>
                  <a:cubicBezTo>
                    <a:pt x="191323" y="282546"/>
                    <a:pt x="201423" y="280754"/>
                    <a:pt x="210790" y="277415"/>
                  </a:cubicBezTo>
                  <a:cubicBezTo>
                    <a:pt x="227487" y="271551"/>
                    <a:pt x="242148" y="260799"/>
                    <a:pt x="253469" y="246790"/>
                  </a:cubicBezTo>
                  <a:lnTo>
                    <a:pt x="306167" y="300547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6"/>
            <p:cNvSpPr/>
            <p:nvPr/>
          </p:nvSpPr>
          <p:spPr>
            <a:xfrm>
              <a:off x="6136642" y="2175419"/>
              <a:ext cx="359597" cy="351452"/>
            </a:xfrm>
            <a:custGeom>
              <a:rect b="b" l="l" r="r" t="t"/>
              <a:pathLst>
                <a:path extrusionOk="0" h="351452" w="359597">
                  <a:moveTo>
                    <a:pt x="357398" y="148156"/>
                  </a:moveTo>
                  <a:cubicBezTo>
                    <a:pt x="353244" y="122418"/>
                    <a:pt x="343389" y="98553"/>
                    <a:pt x="329135" y="77784"/>
                  </a:cubicBezTo>
                  <a:cubicBezTo>
                    <a:pt x="307470" y="46344"/>
                    <a:pt x="275705" y="22154"/>
                    <a:pt x="238401" y="9611"/>
                  </a:cubicBezTo>
                  <a:cubicBezTo>
                    <a:pt x="219994" y="3339"/>
                    <a:pt x="200283" y="0"/>
                    <a:pt x="179758" y="0"/>
                  </a:cubicBezTo>
                  <a:cubicBezTo>
                    <a:pt x="159233" y="0"/>
                    <a:pt x="139522" y="3339"/>
                    <a:pt x="121115" y="9611"/>
                  </a:cubicBezTo>
                  <a:cubicBezTo>
                    <a:pt x="83811" y="22154"/>
                    <a:pt x="52128" y="46344"/>
                    <a:pt x="30462" y="77784"/>
                  </a:cubicBezTo>
                  <a:cubicBezTo>
                    <a:pt x="16209" y="98553"/>
                    <a:pt x="6353" y="122418"/>
                    <a:pt x="2199" y="148156"/>
                  </a:cubicBezTo>
                  <a:cubicBezTo>
                    <a:pt x="733" y="157115"/>
                    <a:pt x="0" y="166319"/>
                    <a:pt x="0" y="175685"/>
                  </a:cubicBezTo>
                  <a:cubicBezTo>
                    <a:pt x="0" y="189613"/>
                    <a:pt x="1629" y="203134"/>
                    <a:pt x="4805" y="216084"/>
                  </a:cubicBezTo>
                  <a:cubicBezTo>
                    <a:pt x="10181" y="238482"/>
                    <a:pt x="19955" y="259252"/>
                    <a:pt x="33231" y="277415"/>
                  </a:cubicBezTo>
                  <a:cubicBezTo>
                    <a:pt x="55548" y="308284"/>
                    <a:pt x="87883" y="331660"/>
                    <a:pt x="125594" y="343307"/>
                  </a:cubicBezTo>
                  <a:cubicBezTo>
                    <a:pt x="142699" y="348602"/>
                    <a:pt x="160862" y="351452"/>
                    <a:pt x="179758" y="351452"/>
                  </a:cubicBezTo>
                  <a:cubicBezTo>
                    <a:pt x="198654" y="351452"/>
                    <a:pt x="216817" y="348602"/>
                    <a:pt x="233921" y="343307"/>
                  </a:cubicBezTo>
                  <a:cubicBezTo>
                    <a:pt x="271632" y="331660"/>
                    <a:pt x="303967" y="308284"/>
                    <a:pt x="326366" y="277415"/>
                  </a:cubicBezTo>
                  <a:cubicBezTo>
                    <a:pt x="339642" y="259252"/>
                    <a:pt x="349416" y="238482"/>
                    <a:pt x="354792" y="216084"/>
                  </a:cubicBezTo>
                  <a:cubicBezTo>
                    <a:pt x="357968" y="203134"/>
                    <a:pt x="359597" y="189613"/>
                    <a:pt x="359597" y="175685"/>
                  </a:cubicBezTo>
                  <a:cubicBezTo>
                    <a:pt x="359597" y="166319"/>
                    <a:pt x="358864" y="157115"/>
                    <a:pt x="357398" y="148156"/>
                  </a:cubicBezTo>
                  <a:close/>
                  <a:moveTo>
                    <a:pt x="270736" y="216084"/>
                  </a:moveTo>
                  <a:cubicBezTo>
                    <a:pt x="260067" y="245080"/>
                    <a:pt x="237831" y="267723"/>
                    <a:pt x="210138" y="277415"/>
                  </a:cubicBezTo>
                  <a:cubicBezTo>
                    <a:pt x="200609" y="280754"/>
                    <a:pt x="190428" y="282546"/>
                    <a:pt x="179921" y="282546"/>
                  </a:cubicBezTo>
                  <a:cubicBezTo>
                    <a:pt x="169414" y="282546"/>
                    <a:pt x="159233" y="280754"/>
                    <a:pt x="149703" y="277415"/>
                  </a:cubicBezTo>
                  <a:cubicBezTo>
                    <a:pt x="121929" y="267723"/>
                    <a:pt x="99694" y="245080"/>
                    <a:pt x="89024" y="216084"/>
                  </a:cubicBezTo>
                  <a:cubicBezTo>
                    <a:pt x="84626" y="204111"/>
                    <a:pt x="82182" y="191079"/>
                    <a:pt x="82182" y="177396"/>
                  </a:cubicBezTo>
                  <a:cubicBezTo>
                    <a:pt x="82182" y="167215"/>
                    <a:pt x="83485" y="157441"/>
                    <a:pt x="86092" y="148156"/>
                  </a:cubicBezTo>
                  <a:cubicBezTo>
                    <a:pt x="94888" y="115087"/>
                    <a:pt x="118427" y="88698"/>
                    <a:pt x="148644" y="77784"/>
                  </a:cubicBezTo>
                  <a:cubicBezTo>
                    <a:pt x="158500" y="74200"/>
                    <a:pt x="169007" y="72245"/>
                    <a:pt x="179921" y="72245"/>
                  </a:cubicBezTo>
                  <a:cubicBezTo>
                    <a:pt x="190916" y="72245"/>
                    <a:pt x="201423" y="74200"/>
                    <a:pt x="211279" y="77784"/>
                  </a:cubicBezTo>
                  <a:cubicBezTo>
                    <a:pt x="241333" y="88779"/>
                    <a:pt x="264872" y="115087"/>
                    <a:pt x="273668" y="148156"/>
                  </a:cubicBezTo>
                  <a:cubicBezTo>
                    <a:pt x="276275" y="157441"/>
                    <a:pt x="277578" y="167215"/>
                    <a:pt x="277578" y="177396"/>
                  </a:cubicBezTo>
                  <a:cubicBezTo>
                    <a:pt x="277578" y="191079"/>
                    <a:pt x="275134" y="204111"/>
                    <a:pt x="270736" y="21608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6"/>
            <p:cNvSpPr/>
            <p:nvPr/>
          </p:nvSpPr>
          <p:spPr>
            <a:xfrm>
              <a:off x="6616539" y="2583885"/>
              <a:ext cx="192952" cy="301442"/>
            </a:xfrm>
            <a:custGeom>
              <a:rect b="b" l="l" r="r" t="t"/>
              <a:pathLst>
                <a:path extrusionOk="0" h="301442" w="192952">
                  <a:moveTo>
                    <a:pt x="192953" y="276112"/>
                  </a:moveTo>
                  <a:lnTo>
                    <a:pt x="192953" y="301443"/>
                  </a:lnTo>
                  <a:lnTo>
                    <a:pt x="0" y="301443"/>
                  </a:lnTo>
                  <a:lnTo>
                    <a:pt x="0" y="34127"/>
                  </a:lnTo>
                  <a:lnTo>
                    <a:pt x="34860" y="0"/>
                  </a:lnTo>
                  <a:lnTo>
                    <a:pt x="34860" y="27611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6"/>
            <p:cNvSpPr/>
            <p:nvPr/>
          </p:nvSpPr>
          <p:spPr>
            <a:xfrm>
              <a:off x="6966851" y="2546337"/>
              <a:ext cx="325143" cy="338990"/>
            </a:xfrm>
            <a:custGeom>
              <a:rect b="b" l="l" r="r" t="t"/>
              <a:pathLst>
                <a:path extrusionOk="0" h="338990" w="325143">
                  <a:moveTo>
                    <a:pt x="314393" y="313660"/>
                  </a:moveTo>
                  <a:lnTo>
                    <a:pt x="287922" y="251270"/>
                  </a:lnTo>
                  <a:lnTo>
                    <a:pt x="275542" y="222193"/>
                  </a:lnTo>
                  <a:lnTo>
                    <a:pt x="256238" y="176744"/>
                  </a:lnTo>
                  <a:lnTo>
                    <a:pt x="244917" y="150110"/>
                  </a:lnTo>
                  <a:lnTo>
                    <a:pt x="192382" y="26715"/>
                  </a:lnTo>
                  <a:lnTo>
                    <a:pt x="181061" y="0"/>
                  </a:lnTo>
                  <a:lnTo>
                    <a:pt x="144164" y="0"/>
                  </a:lnTo>
                  <a:lnTo>
                    <a:pt x="132843" y="26715"/>
                  </a:lnTo>
                  <a:lnTo>
                    <a:pt x="80309" y="150110"/>
                  </a:lnTo>
                  <a:lnTo>
                    <a:pt x="68987" y="176744"/>
                  </a:lnTo>
                  <a:lnTo>
                    <a:pt x="49684" y="222193"/>
                  </a:lnTo>
                  <a:lnTo>
                    <a:pt x="37303" y="251270"/>
                  </a:lnTo>
                  <a:lnTo>
                    <a:pt x="10751" y="313660"/>
                  </a:lnTo>
                  <a:lnTo>
                    <a:pt x="0" y="338990"/>
                  </a:lnTo>
                  <a:lnTo>
                    <a:pt x="35186" y="338990"/>
                  </a:lnTo>
                  <a:lnTo>
                    <a:pt x="45530" y="313660"/>
                  </a:lnTo>
                  <a:lnTo>
                    <a:pt x="71105" y="251270"/>
                  </a:lnTo>
                  <a:lnTo>
                    <a:pt x="250781" y="251270"/>
                  </a:lnTo>
                  <a:lnTo>
                    <a:pt x="276356" y="313660"/>
                  </a:lnTo>
                  <a:lnTo>
                    <a:pt x="286700" y="338990"/>
                  </a:lnTo>
                  <a:lnTo>
                    <a:pt x="325144" y="338990"/>
                  </a:lnTo>
                  <a:lnTo>
                    <a:pt x="314393" y="313660"/>
                  </a:lnTo>
                  <a:close/>
                  <a:moveTo>
                    <a:pt x="82996" y="222193"/>
                  </a:moveTo>
                  <a:lnTo>
                    <a:pt x="101648" y="176744"/>
                  </a:lnTo>
                  <a:lnTo>
                    <a:pt x="112562" y="150110"/>
                  </a:lnTo>
                  <a:lnTo>
                    <a:pt x="160943" y="32172"/>
                  </a:lnTo>
                  <a:lnTo>
                    <a:pt x="209324" y="150110"/>
                  </a:lnTo>
                  <a:lnTo>
                    <a:pt x="220238" y="176744"/>
                  </a:lnTo>
                  <a:lnTo>
                    <a:pt x="238890" y="222193"/>
                  </a:lnTo>
                  <a:lnTo>
                    <a:pt x="82996" y="22219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6"/>
            <p:cNvSpPr/>
            <p:nvPr/>
          </p:nvSpPr>
          <p:spPr>
            <a:xfrm>
              <a:off x="7486902" y="2546337"/>
              <a:ext cx="228382" cy="338990"/>
            </a:xfrm>
            <a:custGeom>
              <a:rect b="b" l="l" r="r" t="t"/>
              <a:pathLst>
                <a:path extrusionOk="0" h="338990" w="228382">
                  <a:moveTo>
                    <a:pt x="224148" y="222193"/>
                  </a:moveTo>
                  <a:cubicBezTo>
                    <a:pt x="218202" y="204029"/>
                    <a:pt x="206066" y="188228"/>
                    <a:pt x="189857" y="176744"/>
                  </a:cubicBezTo>
                  <a:cubicBezTo>
                    <a:pt x="180410" y="170065"/>
                    <a:pt x="169495" y="164771"/>
                    <a:pt x="157685" y="161432"/>
                  </a:cubicBezTo>
                  <a:cubicBezTo>
                    <a:pt x="164853" y="158581"/>
                    <a:pt x="171531" y="154753"/>
                    <a:pt x="177559" y="150110"/>
                  </a:cubicBezTo>
                  <a:cubicBezTo>
                    <a:pt x="197514" y="134717"/>
                    <a:pt x="210383" y="110771"/>
                    <a:pt x="210383" y="83811"/>
                  </a:cubicBezTo>
                  <a:cubicBezTo>
                    <a:pt x="210383" y="61738"/>
                    <a:pt x="201830" y="41702"/>
                    <a:pt x="187740" y="26715"/>
                  </a:cubicBezTo>
                  <a:cubicBezTo>
                    <a:pt x="172265" y="10263"/>
                    <a:pt x="150273" y="0"/>
                    <a:pt x="125839" y="0"/>
                  </a:cubicBezTo>
                  <a:lnTo>
                    <a:pt x="0" y="0"/>
                  </a:lnTo>
                  <a:lnTo>
                    <a:pt x="0" y="338990"/>
                  </a:lnTo>
                  <a:lnTo>
                    <a:pt x="127305" y="338990"/>
                  </a:lnTo>
                  <a:cubicBezTo>
                    <a:pt x="154509" y="338990"/>
                    <a:pt x="179106" y="329380"/>
                    <a:pt x="197188" y="313660"/>
                  </a:cubicBezTo>
                  <a:cubicBezTo>
                    <a:pt x="215595" y="297859"/>
                    <a:pt x="227406" y="275786"/>
                    <a:pt x="228301" y="251270"/>
                  </a:cubicBezTo>
                  <a:cubicBezTo>
                    <a:pt x="228383" y="250211"/>
                    <a:pt x="228383" y="249152"/>
                    <a:pt x="228383" y="248093"/>
                  </a:cubicBezTo>
                  <a:cubicBezTo>
                    <a:pt x="228383" y="239134"/>
                    <a:pt x="226917" y="230419"/>
                    <a:pt x="224148" y="222193"/>
                  </a:cubicBezTo>
                  <a:close/>
                  <a:moveTo>
                    <a:pt x="32172" y="26715"/>
                  </a:moveTo>
                  <a:lnTo>
                    <a:pt x="116146" y="26715"/>
                  </a:lnTo>
                  <a:cubicBezTo>
                    <a:pt x="150192" y="26715"/>
                    <a:pt x="177803" y="54326"/>
                    <a:pt x="177803" y="88372"/>
                  </a:cubicBezTo>
                  <a:cubicBezTo>
                    <a:pt x="177803" y="122499"/>
                    <a:pt x="150192" y="150110"/>
                    <a:pt x="116146" y="150110"/>
                  </a:cubicBezTo>
                  <a:lnTo>
                    <a:pt x="32172" y="150110"/>
                  </a:lnTo>
                  <a:lnTo>
                    <a:pt x="32172" y="26715"/>
                  </a:lnTo>
                  <a:close/>
                  <a:moveTo>
                    <a:pt x="32172" y="313660"/>
                  </a:moveTo>
                  <a:lnTo>
                    <a:pt x="32172" y="176744"/>
                  </a:lnTo>
                  <a:lnTo>
                    <a:pt x="125187" y="176744"/>
                  </a:lnTo>
                  <a:cubicBezTo>
                    <a:pt x="155893" y="176744"/>
                    <a:pt x="181957" y="195722"/>
                    <a:pt x="191649" y="222193"/>
                  </a:cubicBezTo>
                  <a:cubicBezTo>
                    <a:pt x="194337" y="229360"/>
                    <a:pt x="195803" y="237179"/>
                    <a:pt x="195803" y="245243"/>
                  </a:cubicBezTo>
                  <a:cubicBezTo>
                    <a:pt x="195803" y="247279"/>
                    <a:pt x="195722" y="249315"/>
                    <a:pt x="195559" y="251270"/>
                  </a:cubicBezTo>
                  <a:cubicBezTo>
                    <a:pt x="192383" y="286211"/>
                    <a:pt x="162084" y="313660"/>
                    <a:pt x="125187" y="313660"/>
                  </a:cubicBezTo>
                  <a:lnTo>
                    <a:pt x="32172" y="31366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6"/>
            <p:cNvSpPr/>
            <p:nvPr/>
          </p:nvSpPr>
          <p:spPr>
            <a:xfrm>
              <a:off x="7918256" y="2537704"/>
              <a:ext cx="216735" cy="358700"/>
            </a:xfrm>
            <a:custGeom>
              <a:rect b="b" l="l" r="r" t="t"/>
              <a:pathLst>
                <a:path extrusionOk="0" h="358700" w="216735">
                  <a:moveTo>
                    <a:pt x="216736" y="259904"/>
                  </a:moveTo>
                  <a:lnTo>
                    <a:pt x="216736" y="260392"/>
                  </a:lnTo>
                  <a:cubicBezTo>
                    <a:pt x="216736" y="283850"/>
                    <a:pt x="207044" y="305434"/>
                    <a:pt x="190916" y="322293"/>
                  </a:cubicBezTo>
                  <a:cubicBezTo>
                    <a:pt x="180898" y="332800"/>
                    <a:pt x="168436" y="341434"/>
                    <a:pt x="154264" y="347624"/>
                  </a:cubicBezTo>
                  <a:cubicBezTo>
                    <a:pt x="138301" y="354710"/>
                    <a:pt x="120219" y="358701"/>
                    <a:pt x="100997" y="358701"/>
                  </a:cubicBezTo>
                  <a:cubicBezTo>
                    <a:pt x="81775" y="358701"/>
                    <a:pt x="63693" y="354710"/>
                    <a:pt x="47729" y="347624"/>
                  </a:cubicBezTo>
                  <a:cubicBezTo>
                    <a:pt x="33557" y="341434"/>
                    <a:pt x="21095" y="332800"/>
                    <a:pt x="11077" y="322293"/>
                  </a:cubicBezTo>
                  <a:cubicBezTo>
                    <a:pt x="6923" y="317976"/>
                    <a:pt x="3177" y="313334"/>
                    <a:pt x="0" y="308447"/>
                  </a:cubicBezTo>
                  <a:lnTo>
                    <a:pt x="23295" y="290365"/>
                  </a:lnTo>
                  <a:cubicBezTo>
                    <a:pt x="31114" y="303886"/>
                    <a:pt x="43983" y="315044"/>
                    <a:pt x="59865" y="322293"/>
                  </a:cubicBezTo>
                  <a:cubicBezTo>
                    <a:pt x="72653" y="328158"/>
                    <a:pt x="87314" y="331497"/>
                    <a:pt x="103033" y="331497"/>
                  </a:cubicBezTo>
                  <a:cubicBezTo>
                    <a:pt x="118753" y="331497"/>
                    <a:pt x="133495" y="328158"/>
                    <a:pt x="146282" y="322293"/>
                  </a:cubicBezTo>
                  <a:cubicBezTo>
                    <a:pt x="172997" y="309995"/>
                    <a:pt x="191161" y="286700"/>
                    <a:pt x="191568" y="259904"/>
                  </a:cubicBezTo>
                  <a:lnTo>
                    <a:pt x="191568" y="259008"/>
                  </a:lnTo>
                  <a:cubicBezTo>
                    <a:pt x="191568" y="248989"/>
                    <a:pt x="189125" y="239541"/>
                    <a:pt x="184564" y="230826"/>
                  </a:cubicBezTo>
                  <a:cubicBezTo>
                    <a:pt x="172428" y="207287"/>
                    <a:pt x="145468" y="190102"/>
                    <a:pt x="113214" y="187088"/>
                  </a:cubicBezTo>
                  <a:cubicBezTo>
                    <a:pt x="110852" y="186844"/>
                    <a:pt x="108409" y="186681"/>
                    <a:pt x="105965" y="186681"/>
                  </a:cubicBezTo>
                  <a:cubicBezTo>
                    <a:pt x="105884" y="186600"/>
                    <a:pt x="105721" y="186600"/>
                    <a:pt x="105640" y="186681"/>
                  </a:cubicBezTo>
                  <a:cubicBezTo>
                    <a:pt x="102219" y="186355"/>
                    <a:pt x="98798" y="185948"/>
                    <a:pt x="95458" y="185378"/>
                  </a:cubicBezTo>
                  <a:cubicBezTo>
                    <a:pt x="80227" y="182853"/>
                    <a:pt x="66136" y="177722"/>
                    <a:pt x="53838" y="170635"/>
                  </a:cubicBezTo>
                  <a:cubicBezTo>
                    <a:pt x="47810" y="167133"/>
                    <a:pt x="42109" y="163142"/>
                    <a:pt x="36978" y="158744"/>
                  </a:cubicBezTo>
                  <a:cubicBezTo>
                    <a:pt x="17349" y="141884"/>
                    <a:pt x="5294" y="118915"/>
                    <a:pt x="5294" y="93585"/>
                  </a:cubicBezTo>
                  <a:cubicBezTo>
                    <a:pt x="5294" y="71512"/>
                    <a:pt x="14417" y="51313"/>
                    <a:pt x="29648" y="35349"/>
                  </a:cubicBezTo>
                  <a:cubicBezTo>
                    <a:pt x="40480" y="24027"/>
                    <a:pt x="54408" y="14824"/>
                    <a:pt x="70372" y="8634"/>
                  </a:cubicBezTo>
                  <a:cubicBezTo>
                    <a:pt x="84707" y="3095"/>
                    <a:pt x="100671" y="0"/>
                    <a:pt x="117450" y="0"/>
                  </a:cubicBezTo>
                  <a:cubicBezTo>
                    <a:pt x="134228" y="0"/>
                    <a:pt x="150192" y="3095"/>
                    <a:pt x="164527" y="8634"/>
                  </a:cubicBezTo>
                  <a:cubicBezTo>
                    <a:pt x="180491" y="14824"/>
                    <a:pt x="194338" y="24027"/>
                    <a:pt x="205170" y="35349"/>
                  </a:cubicBezTo>
                  <a:cubicBezTo>
                    <a:pt x="207288" y="37467"/>
                    <a:pt x="209242" y="39747"/>
                    <a:pt x="211116" y="42109"/>
                  </a:cubicBezTo>
                  <a:lnTo>
                    <a:pt x="184319" y="62960"/>
                  </a:lnTo>
                  <a:cubicBezTo>
                    <a:pt x="176581" y="50987"/>
                    <a:pt x="164608" y="41295"/>
                    <a:pt x="150273" y="35349"/>
                  </a:cubicBezTo>
                  <a:cubicBezTo>
                    <a:pt x="140174" y="31195"/>
                    <a:pt x="128852" y="28833"/>
                    <a:pt x="116880" y="28833"/>
                  </a:cubicBezTo>
                  <a:cubicBezTo>
                    <a:pt x="104906" y="28833"/>
                    <a:pt x="93585" y="31195"/>
                    <a:pt x="83485" y="35349"/>
                  </a:cubicBezTo>
                  <a:cubicBezTo>
                    <a:pt x="57340" y="46181"/>
                    <a:pt x="39340" y="69232"/>
                    <a:pt x="39340" y="95947"/>
                  </a:cubicBezTo>
                  <a:cubicBezTo>
                    <a:pt x="39340" y="124698"/>
                    <a:pt x="60191" y="149133"/>
                    <a:pt x="89512" y="158744"/>
                  </a:cubicBezTo>
                  <a:cubicBezTo>
                    <a:pt x="94155" y="160291"/>
                    <a:pt x="99124" y="161432"/>
                    <a:pt x="104173" y="162165"/>
                  </a:cubicBezTo>
                  <a:cubicBezTo>
                    <a:pt x="108327" y="162735"/>
                    <a:pt x="112562" y="163061"/>
                    <a:pt x="116880" y="163061"/>
                  </a:cubicBezTo>
                  <a:cubicBezTo>
                    <a:pt x="116961" y="162979"/>
                    <a:pt x="117042" y="163061"/>
                    <a:pt x="117124" y="163061"/>
                  </a:cubicBezTo>
                  <a:cubicBezTo>
                    <a:pt x="134554" y="165097"/>
                    <a:pt x="150762" y="170473"/>
                    <a:pt x="164772" y="178373"/>
                  </a:cubicBezTo>
                  <a:cubicBezTo>
                    <a:pt x="168599" y="180491"/>
                    <a:pt x="172346" y="182853"/>
                    <a:pt x="175848" y="185378"/>
                  </a:cubicBezTo>
                  <a:cubicBezTo>
                    <a:pt x="192301" y="197269"/>
                    <a:pt x="204763" y="212907"/>
                    <a:pt x="211360" y="230826"/>
                  </a:cubicBezTo>
                  <a:cubicBezTo>
                    <a:pt x="214781" y="239948"/>
                    <a:pt x="216654" y="249722"/>
                    <a:pt x="216736" y="25990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p36"/>
          <p:cNvSpPr txBox="1"/>
          <p:nvPr/>
        </p:nvSpPr>
        <p:spPr>
          <a:xfrm>
            <a:off x="8361434" y="4775269"/>
            <a:ext cx="68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9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233361" y="238125"/>
            <a:ext cx="4295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233361" y="238125"/>
            <a:ext cx="185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5D4"/>
              </a:buClr>
              <a:buSzPts val="2000"/>
              <a:buFont typeface="Outfit"/>
              <a:buNone/>
            </a:pPr>
            <a:r>
              <a:rPr b="1" i="0" lang="en" sz="1800" u="none" cap="none" strike="noStrike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Key</a:t>
            </a:r>
            <a:r>
              <a:rPr b="1" i="0" lang="en" sz="1800" u="none" cap="none" strike="noStrike">
                <a:solidFill>
                  <a:srgbClr val="192839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" sz="1800">
                <a:solidFill>
                  <a:srgbClr val="2F55D4"/>
                </a:solidFill>
                <a:latin typeface="Outfit"/>
                <a:ea typeface="Outfit"/>
                <a:cs typeface="Outfit"/>
                <a:sym typeface="Outfit"/>
              </a:rPr>
              <a:t>Customers</a:t>
            </a:r>
            <a:endParaRPr b="1" sz="1800">
              <a:solidFill>
                <a:srgbClr val="2F55D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233350" y="561975"/>
            <a:ext cx="476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66D"/>
              </a:buClr>
              <a:buSzPts val="1000"/>
              <a:buFont typeface="Outfit"/>
              <a:buNone/>
            </a:pPr>
            <a:r>
              <a:rPr b="0" i="0" lang="en" sz="1000" u="none" cap="none" strike="noStrike">
                <a:solidFill>
                  <a:srgbClr val="40566D"/>
                </a:solidFill>
                <a:latin typeface="Outfit"/>
                <a:ea typeface="Outfit"/>
                <a:cs typeface="Outfit"/>
                <a:sym typeface="Outfit"/>
              </a:rPr>
              <a:t>Trusted and Ideal digital partner for Industrial setups, commercial setups and OEMs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81" name="Google Shape;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25" y="814400"/>
            <a:ext cx="8723302" cy="422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25" y="814400"/>
            <a:ext cx="8723302" cy="422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3" name="Google Shape;28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5745" y="847027"/>
            <a:ext cx="1047787" cy="4176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4" name="Google Shape;28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893" y="847027"/>
            <a:ext cx="1047798" cy="417649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/>
          <p:nvPr/>
        </p:nvSpPr>
        <p:spPr>
          <a:xfrm>
            <a:off x="354554" y="944744"/>
            <a:ext cx="7860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Automobile &amp;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ancillary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86" name="Google Shape;28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1721" y="2540912"/>
            <a:ext cx="805868" cy="412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7" name="Google Shape;287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7245" y="4456095"/>
            <a:ext cx="713715" cy="435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8" name="Google Shape;28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4425" y="852565"/>
            <a:ext cx="1933794" cy="2058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9" name="Google Shape;28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5332" y="3107607"/>
            <a:ext cx="872330" cy="53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/>
          <p:nvPr/>
        </p:nvSpPr>
        <p:spPr>
          <a:xfrm>
            <a:off x="2808032" y="944744"/>
            <a:ext cx="3903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Metals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91" name="Google Shape;291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66944" y="847027"/>
            <a:ext cx="1050566" cy="417649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/>
          <p:nvPr/>
        </p:nvSpPr>
        <p:spPr>
          <a:xfrm>
            <a:off x="1616290" y="944744"/>
            <a:ext cx="5739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Consumer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Goods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93" name="Google Shape;293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61097" y="2600610"/>
            <a:ext cx="473550" cy="420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4" name="Google Shape;294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4943" y="1983047"/>
            <a:ext cx="470782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43788" y="853088"/>
            <a:ext cx="1255015" cy="2051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6" name="Google Shape;296;p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89579" y="1202099"/>
            <a:ext cx="371086" cy="44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7"/>
          <p:cNvSpPr/>
          <p:nvPr/>
        </p:nvSpPr>
        <p:spPr>
          <a:xfrm>
            <a:off x="5268374" y="944744"/>
            <a:ext cx="1066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Consumer Durables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7834634" y="944744"/>
            <a:ext cx="935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Energy, Oil &amp; Gas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299" name="Google Shape;299;p3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18392" y="2505848"/>
            <a:ext cx="1011354" cy="252356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/>
          <p:nvPr/>
        </p:nvSpPr>
        <p:spPr>
          <a:xfrm>
            <a:off x="3897566" y="2571621"/>
            <a:ext cx="45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Pharma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01" name="Google Shape;301;p3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564171" y="4588985"/>
            <a:ext cx="720023" cy="21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2" name="Google Shape;302;p3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30601" y="1409685"/>
            <a:ext cx="736630" cy="238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3" name="Google Shape;303;p3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76849" y="2866464"/>
            <a:ext cx="739404" cy="33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4" name="Google Shape;304;p3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97098" y="1379347"/>
            <a:ext cx="401549" cy="418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5" name="Google Shape;305;p3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50699" y="852565"/>
            <a:ext cx="815221" cy="205841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/>
          <p:nvPr/>
        </p:nvSpPr>
        <p:spPr>
          <a:xfrm>
            <a:off x="6885800" y="944744"/>
            <a:ext cx="578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Chemicals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07" name="Google Shape;307;p3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842475" y="1323955"/>
            <a:ext cx="639709" cy="318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8" name="Google Shape;308;p3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672174" y="3791415"/>
            <a:ext cx="504013" cy="481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09" name="Google Shape;309;p3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732540" y="1479043"/>
            <a:ext cx="678480" cy="384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0" name="Google Shape;310;p3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815620" y="3849567"/>
            <a:ext cx="606478" cy="603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1" name="Google Shape;311;p3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734437" y="2979402"/>
            <a:ext cx="3068969" cy="2057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2" name="Google Shape;312;p3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877591" y="4020663"/>
            <a:ext cx="1011815" cy="995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3" name="Google Shape;313;p3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45219" y="3359395"/>
            <a:ext cx="720018" cy="329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4" name="Google Shape;314;p3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138511" y="1188263"/>
            <a:ext cx="808637" cy="534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5" name="Google Shape;315;p3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141281" y="1188268"/>
            <a:ext cx="805864" cy="534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6" name="Google Shape;316;p3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961834" y="3749869"/>
            <a:ext cx="664632" cy="501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17" name="Google Shape;317;p3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3627293" y="848261"/>
            <a:ext cx="1008812" cy="16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7"/>
          <p:cNvSpPr/>
          <p:nvPr/>
        </p:nvSpPr>
        <p:spPr>
          <a:xfrm>
            <a:off x="3930020" y="944744"/>
            <a:ext cx="448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Cement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19" name="Google Shape;319;p37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776849" y="1348876"/>
            <a:ext cx="697864" cy="39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0" name="Google Shape;320;p37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735309" y="1836284"/>
            <a:ext cx="803099" cy="379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1" name="Google Shape;321;p3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070117" y="3292939"/>
            <a:ext cx="534475" cy="4402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2" name="Google Shape;322;p3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070117" y="3292944"/>
            <a:ext cx="534474" cy="437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3" name="Google Shape;323;p37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5068931" y="1331744"/>
            <a:ext cx="418158" cy="415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4" name="Google Shape;324;p37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726164" y="1799475"/>
            <a:ext cx="861251" cy="42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5" name="Google Shape;325;p37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875509" y="2986856"/>
            <a:ext cx="1013641" cy="955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6" name="Google Shape;326;p37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818712" y="1929985"/>
            <a:ext cx="642477" cy="326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7" name="Google Shape;327;p3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083963" y="3868962"/>
            <a:ext cx="534475" cy="409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8" name="Google Shape;328;p3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083964" y="3868965"/>
            <a:ext cx="534474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29" name="Google Shape;329;p37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589095" y="3340012"/>
            <a:ext cx="736634" cy="229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0" name="Google Shape;330;p37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4942729" y="2334754"/>
            <a:ext cx="603707" cy="398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1" name="Google Shape;331;p3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072886" y="4325889"/>
            <a:ext cx="589861" cy="606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2" name="Google Shape;332;p3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072886" y="4325889"/>
            <a:ext cx="587092" cy="60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7"/>
          <p:cNvSpPr/>
          <p:nvPr/>
        </p:nvSpPr>
        <p:spPr>
          <a:xfrm>
            <a:off x="5828573" y="3059202"/>
            <a:ext cx="9552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Commercial Infra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34" name="Google Shape;334;p37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839985" y="4386818"/>
            <a:ext cx="739402" cy="415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5" name="Google Shape;335;p37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8027740" y="4151428"/>
            <a:ext cx="742173" cy="412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36" name="Google Shape;336;p37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8027740" y="4151428"/>
            <a:ext cx="739401" cy="4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7"/>
          <p:cNvSpPr/>
          <p:nvPr/>
        </p:nvSpPr>
        <p:spPr>
          <a:xfrm>
            <a:off x="8060611" y="3038162"/>
            <a:ext cx="45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OEM tie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7"/>
          <p:cNvSpPr/>
          <p:nvPr/>
        </p:nvSpPr>
        <p:spPr>
          <a:xfrm>
            <a:off x="8481047" y="3038162"/>
            <a:ext cx="909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-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8533416" y="3038162"/>
            <a:ext cx="2214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ups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40" name="Google Shape;340;p37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799640" y="2434441"/>
            <a:ext cx="697860" cy="227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1" name="Google Shape;341;p37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6676316" y="4447745"/>
            <a:ext cx="1002487" cy="332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2" name="Google Shape;342;p37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679086" y="4447745"/>
            <a:ext cx="999717" cy="332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3" name="Google Shape;343;p37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7028018" y="3292941"/>
            <a:ext cx="418163" cy="4070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4" name="Google Shape;344;p37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8013893" y="3218171"/>
            <a:ext cx="720017" cy="373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5" name="Google Shape;345;p37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6828628" y="3940964"/>
            <a:ext cx="805866" cy="210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6" name="Google Shape;346;p37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8066509" y="3600330"/>
            <a:ext cx="642476" cy="279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7" name="Google Shape;347;p37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8049894" y="4568314"/>
            <a:ext cx="664634" cy="32954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/>
          <p:cNvSpPr/>
          <p:nvPr/>
        </p:nvSpPr>
        <p:spPr>
          <a:xfrm>
            <a:off x="8047125" y="4079426"/>
            <a:ext cx="713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900"/>
              <a:buFont typeface="Outfit"/>
              <a:buNone/>
            </a:pPr>
            <a:r>
              <a:rPr b="1" i="0" lang="en" sz="900" u="none" cap="none" strike="noStrike">
                <a:solidFill>
                  <a:srgbClr val="585858"/>
                </a:solidFill>
                <a:latin typeface="Outfit"/>
                <a:ea typeface="Outfit"/>
                <a:cs typeface="Outfit"/>
                <a:sym typeface="Outfit"/>
              </a:rPr>
              <a:t>Partnerships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349" name="Google Shape;349;p37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6859091" y="2403994"/>
            <a:ext cx="587094" cy="285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0" name="Google Shape;350;p37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3865467" y="3406480"/>
            <a:ext cx="504012" cy="285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1" name="Google Shape;351;p37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4801491" y="1950997"/>
            <a:ext cx="891712" cy="207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37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7714807" y="1886127"/>
            <a:ext cx="534475" cy="265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3" name="Google Shape;353;p37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8348979" y="1733814"/>
            <a:ext cx="473551" cy="459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4" name="Google Shape;354;p37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728654" y="2340292"/>
            <a:ext cx="534475" cy="42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5" name="Google Shape;355;p37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728654" y="2343061"/>
            <a:ext cx="534474" cy="420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6" name="Google Shape;356;p37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301901" y="2376296"/>
            <a:ext cx="537244" cy="393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7" name="Google Shape;357;p37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301901" y="2376296"/>
            <a:ext cx="537244" cy="393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8" name="Google Shape;358;p37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3890391" y="4489290"/>
            <a:ext cx="473550" cy="443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9" name="Google Shape;359;p37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342905" y="1574476"/>
            <a:ext cx="805865" cy="290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0" name="Google Shape;360;p37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396302" y="3898711"/>
            <a:ext cx="736623" cy="31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1" name="Google Shape;361;p37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2671377" y="2260285"/>
            <a:ext cx="680678" cy="231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2" name="Google Shape;362;p37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811375" y="1694646"/>
            <a:ext cx="400683" cy="386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3" name="Google Shape;363;p37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2705169" y="4081821"/>
            <a:ext cx="608266" cy="246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4" name="Google Shape;364;p37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2598964" y="1325773"/>
            <a:ext cx="825503" cy="231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5" name="Google Shape;365;p37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2753444" y="4357808"/>
            <a:ext cx="569646" cy="5647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6" name="Google Shape;366;p37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2636583" y="3426432"/>
            <a:ext cx="762746" cy="487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7" name="Google Shape;367;p37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2676204" y="3155627"/>
            <a:ext cx="661368" cy="19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 title="Screenshot 2025-11-01 at 2.43.15 PM.png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2646870" y="2631148"/>
            <a:ext cx="742174" cy="393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 title="Screenshot 2025-11-01 at 6.54.00 PM.png"/>
          <p:cNvPicPr preferRelativeResize="0"/>
          <p:nvPr/>
        </p:nvPicPr>
        <p:blipFill rotWithShape="1">
          <a:blip r:embed="rId72">
            <a:alphaModFix/>
          </a:blip>
          <a:srcRect b="20479" l="0" r="6629" t="21688"/>
          <a:stretch/>
        </p:blipFill>
        <p:spPr>
          <a:xfrm>
            <a:off x="279930" y="2141629"/>
            <a:ext cx="935706" cy="21548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8361434" y="4775269"/>
            <a:ext cx="681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endParaRPr sz="9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371" name="Google Shape;371;p37"/>
          <p:cNvGrpSpPr/>
          <p:nvPr/>
        </p:nvGrpSpPr>
        <p:grpSpPr>
          <a:xfrm>
            <a:off x="7770516" y="215751"/>
            <a:ext cx="1158723" cy="241192"/>
            <a:chOff x="4059287" y="2048033"/>
            <a:chExt cx="4075704" cy="848371"/>
          </a:xfrm>
        </p:grpSpPr>
        <p:sp>
          <p:nvSpPr>
            <p:cNvPr id="372" name="Google Shape;372;p37"/>
            <p:cNvSpPr/>
            <p:nvPr/>
          </p:nvSpPr>
          <p:spPr>
            <a:xfrm>
              <a:off x="4059287" y="2048033"/>
              <a:ext cx="672035" cy="761954"/>
            </a:xfrm>
            <a:custGeom>
              <a:rect b="b" l="l" r="r" t="t"/>
              <a:pathLst>
                <a:path extrusionOk="0" h="761954" w="672035">
                  <a:moveTo>
                    <a:pt x="339316" y="761955"/>
                  </a:moveTo>
                  <a:lnTo>
                    <a:pt x="145956" y="208835"/>
                  </a:lnTo>
                  <a:lnTo>
                    <a:pt x="74200" y="431354"/>
                  </a:lnTo>
                  <a:lnTo>
                    <a:pt x="190672" y="519726"/>
                  </a:lnTo>
                  <a:lnTo>
                    <a:pt x="211441" y="612252"/>
                  </a:lnTo>
                  <a:lnTo>
                    <a:pt x="0" y="458313"/>
                  </a:lnTo>
                  <a:lnTo>
                    <a:pt x="152147" y="0"/>
                  </a:lnTo>
                  <a:lnTo>
                    <a:pt x="339316" y="556052"/>
                  </a:lnTo>
                  <a:lnTo>
                    <a:pt x="524450" y="8145"/>
                  </a:lnTo>
                  <a:lnTo>
                    <a:pt x="672035" y="470856"/>
                  </a:lnTo>
                  <a:lnTo>
                    <a:pt x="461001" y="623654"/>
                  </a:lnTo>
                  <a:lnTo>
                    <a:pt x="483888" y="523879"/>
                  </a:lnTo>
                  <a:lnTo>
                    <a:pt x="596125" y="438602"/>
                  </a:lnTo>
                  <a:lnTo>
                    <a:pt x="521273" y="21820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864573" y="2185030"/>
              <a:ext cx="219342" cy="333696"/>
            </a:xfrm>
            <a:custGeom>
              <a:rect b="b" l="l" r="r" t="t"/>
              <a:pathLst>
                <a:path extrusionOk="0" h="333696" w="219342">
                  <a:moveTo>
                    <a:pt x="219342" y="0"/>
                  </a:moveTo>
                  <a:lnTo>
                    <a:pt x="219342" y="68173"/>
                  </a:lnTo>
                  <a:lnTo>
                    <a:pt x="80064" y="68173"/>
                  </a:lnTo>
                  <a:lnTo>
                    <a:pt x="80064" y="138545"/>
                  </a:lnTo>
                  <a:lnTo>
                    <a:pt x="209324" y="138545"/>
                  </a:lnTo>
                  <a:lnTo>
                    <a:pt x="209324" y="206473"/>
                  </a:lnTo>
                  <a:lnTo>
                    <a:pt x="80064" y="206473"/>
                  </a:lnTo>
                  <a:lnTo>
                    <a:pt x="80064" y="333696"/>
                  </a:lnTo>
                  <a:lnTo>
                    <a:pt x="0" y="33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5118368" y="2185030"/>
              <a:ext cx="361633" cy="333696"/>
            </a:xfrm>
            <a:custGeom>
              <a:rect b="b" l="l" r="r" t="t"/>
              <a:pathLst>
                <a:path extrusionOk="0" h="333696" w="361633">
                  <a:moveTo>
                    <a:pt x="334022" y="267804"/>
                  </a:moveTo>
                  <a:lnTo>
                    <a:pt x="308284" y="206473"/>
                  </a:lnTo>
                  <a:lnTo>
                    <a:pt x="279777" y="138545"/>
                  </a:lnTo>
                  <a:lnTo>
                    <a:pt x="250293" y="68173"/>
                  </a:lnTo>
                  <a:lnTo>
                    <a:pt x="221704" y="0"/>
                  </a:lnTo>
                  <a:lnTo>
                    <a:pt x="139929" y="0"/>
                  </a:lnTo>
                  <a:lnTo>
                    <a:pt x="111341" y="68173"/>
                  </a:lnTo>
                  <a:lnTo>
                    <a:pt x="81856" y="138545"/>
                  </a:lnTo>
                  <a:lnTo>
                    <a:pt x="53349" y="206473"/>
                  </a:lnTo>
                  <a:lnTo>
                    <a:pt x="27611" y="267804"/>
                  </a:lnTo>
                  <a:lnTo>
                    <a:pt x="0" y="333696"/>
                  </a:lnTo>
                  <a:lnTo>
                    <a:pt x="90408" y="333696"/>
                  </a:lnTo>
                  <a:lnTo>
                    <a:pt x="113621" y="267804"/>
                  </a:lnTo>
                  <a:lnTo>
                    <a:pt x="244835" y="267804"/>
                  </a:lnTo>
                  <a:lnTo>
                    <a:pt x="268048" y="333696"/>
                  </a:lnTo>
                  <a:lnTo>
                    <a:pt x="361633" y="333696"/>
                  </a:lnTo>
                  <a:lnTo>
                    <a:pt x="334022" y="267804"/>
                  </a:lnTo>
                  <a:close/>
                  <a:moveTo>
                    <a:pt x="135124" y="206473"/>
                  </a:moveTo>
                  <a:lnTo>
                    <a:pt x="159070" y="138545"/>
                  </a:lnTo>
                  <a:lnTo>
                    <a:pt x="179269" y="81123"/>
                  </a:lnTo>
                  <a:lnTo>
                    <a:pt x="199387" y="138545"/>
                  </a:lnTo>
                  <a:lnTo>
                    <a:pt x="223333" y="206473"/>
                  </a:lnTo>
                  <a:lnTo>
                    <a:pt x="135124" y="20647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5880404" y="2185030"/>
              <a:ext cx="206961" cy="333696"/>
            </a:xfrm>
            <a:custGeom>
              <a:rect b="b" l="l" r="r" t="t"/>
              <a:pathLst>
                <a:path extrusionOk="0" h="333696" w="206961">
                  <a:moveTo>
                    <a:pt x="206962" y="267804"/>
                  </a:moveTo>
                  <a:lnTo>
                    <a:pt x="206962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78028" y="0"/>
                  </a:lnTo>
                  <a:lnTo>
                    <a:pt x="78028" y="267804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6573941" y="2185030"/>
              <a:ext cx="303641" cy="333696"/>
            </a:xfrm>
            <a:custGeom>
              <a:rect b="b" l="l" r="r" t="t"/>
              <a:pathLst>
                <a:path extrusionOk="0" h="333696" w="303641">
                  <a:moveTo>
                    <a:pt x="303642" y="0"/>
                  </a:moveTo>
                  <a:lnTo>
                    <a:pt x="303642" y="171124"/>
                  </a:lnTo>
                  <a:lnTo>
                    <a:pt x="268293" y="206473"/>
                  </a:lnTo>
                  <a:lnTo>
                    <a:pt x="225939" y="248827"/>
                  </a:lnTo>
                  <a:lnTo>
                    <a:pt x="206962" y="267804"/>
                  </a:lnTo>
                  <a:lnTo>
                    <a:pt x="186111" y="288655"/>
                  </a:lnTo>
                  <a:lnTo>
                    <a:pt x="172916" y="267804"/>
                  </a:lnTo>
                  <a:lnTo>
                    <a:pt x="134391" y="206473"/>
                  </a:lnTo>
                  <a:lnTo>
                    <a:pt x="91630" y="138545"/>
                  </a:lnTo>
                  <a:lnTo>
                    <a:pt x="77621" y="116228"/>
                  </a:lnTo>
                  <a:lnTo>
                    <a:pt x="77621" y="333696"/>
                  </a:lnTo>
                  <a:lnTo>
                    <a:pt x="0" y="333696"/>
                  </a:lnTo>
                  <a:lnTo>
                    <a:pt x="0" y="0"/>
                  </a:lnTo>
                  <a:lnTo>
                    <a:pt x="90082" y="0"/>
                  </a:lnTo>
                  <a:lnTo>
                    <a:pt x="133006" y="68173"/>
                  </a:lnTo>
                  <a:lnTo>
                    <a:pt x="177233" y="138545"/>
                  </a:lnTo>
                  <a:lnTo>
                    <a:pt x="219912" y="206473"/>
                  </a:lnTo>
                  <a:lnTo>
                    <a:pt x="225939" y="216003"/>
                  </a:lnTo>
                  <a:lnTo>
                    <a:pt x="225939" y="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5512010" y="2175419"/>
              <a:ext cx="306166" cy="351452"/>
            </a:xfrm>
            <a:custGeom>
              <a:rect b="b" l="l" r="r" t="t"/>
              <a:pathLst>
                <a:path extrusionOk="0" h="351452" w="306166">
                  <a:moveTo>
                    <a:pt x="306167" y="300547"/>
                  </a:moveTo>
                  <a:cubicBezTo>
                    <a:pt x="286212" y="320013"/>
                    <a:pt x="261533" y="334755"/>
                    <a:pt x="234003" y="343307"/>
                  </a:cubicBezTo>
                  <a:cubicBezTo>
                    <a:pt x="216898" y="348602"/>
                    <a:pt x="198654" y="351452"/>
                    <a:pt x="179758" y="351452"/>
                  </a:cubicBezTo>
                  <a:cubicBezTo>
                    <a:pt x="160862" y="351452"/>
                    <a:pt x="142617" y="348602"/>
                    <a:pt x="125513" y="343307"/>
                  </a:cubicBezTo>
                  <a:cubicBezTo>
                    <a:pt x="87883" y="331660"/>
                    <a:pt x="55548" y="308284"/>
                    <a:pt x="33231" y="277415"/>
                  </a:cubicBezTo>
                  <a:cubicBezTo>
                    <a:pt x="19955" y="259252"/>
                    <a:pt x="10181" y="238482"/>
                    <a:pt x="4805" y="216084"/>
                  </a:cubicBezTo>
                  <a:cubicBezTo>
                    <a:pt x="1629" y="203134"/>
                    <a:pt x="0" y="189613"/>
                    <a:pt x="0" y="175685"/>
                  </a:cubicBezTo>
                  <a:cubicBezTo>
                    <a:pt x="0" y="166319"/>
                    <a:pt x="733" y="157115"/>
                    <a:pt x="2199" y="148156"/>
                  </a:cubicBezTo>
                  <a:cubicBezTo>
                    <a:pt x="6353" y="122418"/>
                    <a:pt x="16208" y="98553"/>
                    <a:pt x="30462" y="77784"/>
                  </a:cubicBezTo>
                  <a:cubicBezTo>
                    <a:pt x="52127" y="46344"/>
                    <a:pt x="83811" y="22154"/>
                    <a:pt x="121115" y="9611"/>
                  </a:cubicBezTo>
                  <a:cubicBezTo>
                    <a:pt x="139441" y="3339"/>
                    <a:pt x="159233" y="0"/>
                    <a:pt x="179758" y="0"/>
                  </a:cubicBezTo>
                  <a:cubicBezTo>
                    <a:pt x="200283" y="0"/>
                    <a:pt x="220075" y="3339"/>
                    <a:pt x="238401" y="9611"/>
                  </a:cubicBezTo>
                  <a:cubicBezTo>
                    <a:pt x="263650" y="18082"/>
                    <a:pt x="286456" y="32009"/>
                    <a:pt x="305189" y="49765"/>
                  </a:cubicBezTo>
                  <a:lnTo>
                    <a:pt x="251026" y="104906"/>
                  </a:lnTo>
                  <a:cubicBezTo>
                    <a:pt x="240274" y="92770"/>
                    <a:pt x="226917" y="83322"/>
                    <a:pt x="211930" y="77784"/>
                  </a:cubicBezTo>
                  <a:cubicBezTo>
                    <a:pt x="202238" y="74200"/>
                    <a:pt x="191731" y="72245"/>
                    <a:pt x="180898" y="72245"/>
                  </a:cubicBezTo>
                  <a:cubicBezTo>
                    <a:pt x="170065" y="72245"/>
                    <a:pt x="159640" y="74200"/>
                    <a:pt x="149948" y="77784"/>
                  </a:cubicBezTo>
                  <a:cubicBezTo>
                    <a:pt x="120056" y="88698"/>
                    <a:pt x="96761" y="115087"/>
                    <a:pt x="88046" y="148156"/>
                  </a:cubicBezTo>
                  <a:cubicBezTo>
                    <a:pt x="85521" y="157441"/>
                    <a:pt x="84218" y="167215"/>
                    <a:pt x="84218" y="177396"/>
                  </a:cubicBezTo>
                  <a:cubicBezTo>
                    <a:pt x="84218" y="191079"/>
                    <a:pt x="86580" y="204111"/>
                    <a:pt x="90978" y="216084"/>
                  </a:cubicBezTo>
                  <a:cubicBezTo>
                    <a:pt x="101567" y="245080"/>
                    <a:pt x="123558" y="267723"/>
                    <a:pt x="151006" y="277415"/>
                  </a:cubicBezTo>
                  <a:cubicBezTo>
                    <a:pt x="160373" y="280754"/>
                    <a:pt x="170473" y="282546"/>
                    <a:pt x="180898" y="282546"/>
                  </a:cubicBezTo>
                  <a:cubicBezTo>
                    <a:pt x="191323" y="282546"/>
                    <a:pt x="201423" y="280754"/>
                    <a:pt x="210790" y="277415"/>
                  </a:cubicBezTo>
                  <a:cubicBezTo>
                    <a:pt x="227487" y="271551"/>
                    <a:pt x="242148" y="260799"/>
                    <a:pt x="253469" y="246790"/>
                  </a:cubicBezTo>
                  <a:lnTo>
                    <a:pt x="306167" y="300547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136642" y="2175419"/>
              <a:ext cx="359597" cy="351452"/>
            </a:xfrm>
            <a:custGeom>
              <a:rect b="b" l="l" r="r" t="t"/>
              <a:pathLst>
                <a:path extrusionOk="0" h="351452" w="359597">
                  <a:moveTo>
                    <a:pt x="357398" y="148156"/>
                  </a:moveTo>
                  <a:cubicBezTo>
                    <a:pt x="353244" y="122418"/>
                    <a:pt x="343389" y="98553"/>
                    <a:pt x="329135" y="77784"/>
                  </a:cubicBezTo>
                  <a:cubicBezTo>
                    <a:pt x="307470" y="46344"/>
                    <a:pt x="275705" y="22154"/>
                    <a:pt x="238401" y="9611"/>
                  </a:cubicBezTo>
                  <a:cubicBezTo>
                    <a:pt x="219994" y="3339"/>
                    <a:pt x="200283" y="0"/>
                    <a:pt x="179758" y="0"/>
                  </a:cubicBezTo>
                  <a:cubicBezTo>
                    <a:pt x="159233" y="0"/>
                    <a:pt x="139522" y="3339"/>
                    <a:pt x="121115" y="9611"/>
                  </a:cubicBezTo>
                  <a:cubicBezTo>
                    <a:pt x="83811" y="22154"/>
                    <a:pt x="52128" y="46344"/>
                    <a:pt x="30462" y="77784"/>
                  </a:cubicBezTo>
                  <a:cubicBezTo>
                    <a:pt x="16209" y="98553"/>
                    <a:pt x="6353" y="122418"/>
                    <a:pt x="2199" y="148156"/>
                  </a:cubicBezTo>
                  <a:cubicBezTo>
                    <a:pt x="733" y="157115"/>
                    <a:pt x="0" y="166319"/>
                    <a:pt x="0" y="175685"/>
                  </a:cubicBezTo>
                  <a:cubicBezTo>
                    <a:pt x="0" y="189613"/>
                    <a:pt x="1629" y="203134"/>
                    <a:pt x="4805" y="216084"/>
                  </a:cubicBezTo>
                  <a:cubicBezTo>
                    <a:pt x="10181" y="238482"/>
                    <a:pt x="19955" y="259252"/>
                    <a:pt x="33231" y="277415"/>
                  </a:cubicBezTo>
                  <a:cubicBezTo>
                    <a:pt x="55548" y="308284"/>
                    <a:pt x="87883" y="331660"/>
                    <a:pt x="125594" y="343307"/>
                  </a:cubicBezTo>
                  <a:cubicBezTo>
                    <a:pt x="142699" y="348602"/>
                    <a:pt x="160862" y="351452"/>
                    <a:pt x="179758" y="351452"/>
                  </a:cubicBezTo>
                  <a:cubicBezTo>
                    <a:pt x="198654" y="351452"/>
                    <a:pt x="216817" y="348602"/>
                    <a:pt x="233921" y="343307"/>
                  </a:cubicBezTo>
                  <a:cubicBezTo>
                    <a:pt x="271632" y="331660"/>
                    <a:pt x="303967" y="308284"/>
                    <a:pt x="326366" y="277415"/>
                  </a:cubicBezTo>
                  <a:cubicBezTo>
                    <a:pt x="339642" y="259252"/>
                    <a:pt x="349416" y="238482"/>
                    <a:pt x="354792" y="216084"/>
                  </a:cubicBezTo>
                  <a:cubicBezTo>
                    <a:pt x="357968" y="203134"/>
                    <a:pt x="359597" y="189613"/>
                    <a:pt x="359597" y="175685"/>
                  </a:cubicBezTo>
                  <a:cubicBezTo>
                    <a:pt x="359597" y="166319"/>
                    <a:pt x="358864" y="157115"/>
                    <a:pt x="357398" y="148156"/>
                  </a:cubicBezTo>
                  <a:close/>
                  <a:moveTo>
                    <a:pt x="270736" y="216084"/>
                  </a:moveTo>
                  <a:cubicBezTo>
                    <a:pt x="260067" y="245080"/>
                    <a:pt x="237831" y="267723"/>
                    <a:pt x="210138" y="277415"/>
                  </a:cubicBezTo>
                  <a:cubicBezTo>
                    <a:pt x="200609" y="280754"/>
                    <a:pt x="190428" y="282546"/>
                    <a:pt x="179921" y="282546"/>
                  </a:cubicBezTo>
                  <a:cubicBezTo>
                    <a:pt x="169414" y="282546"/>
                    <a:pt x="159233" y="280754"/>
                    <a:pt x="149703" y="277415"/>
                  </a:cubicBezTo>
                  <a:cubicBezTo>
                    <a:pt x="121929" y="267723"/>
                    <a:pt x="99694" y="245080"/>
                    <a:pt x="89024" y="216084"/>
                  </a:cubicBezTo>
                  <a:cubicBezTo>
                    <a:pt x="84626" y="204111"/>
                    <a:pt x="82182" y="191079"/>
                    <a:pt x="82182" y="177396"/>
                  </a:cubicBezTo>
                  <a:cubicBezTo>
                    <a:pt x="82182" y="167215"/>
                    <a:pt x="83485" y="157441"/>
                    <a:pt x="86092" y="148156"/>
                  </a:cubicBezTo>
                  <a:cubicBezTo>
                    <a:pt x="94888" y="115087"/>
                    <a:pt x="118427" y="88698"/>
                    <a:pt x="148644" y="77784"/>
                  </a:cubicBezTo>
                  <a:cubicBezTo>
                    <a:pt x="158500" y="74200"/>
                    <a:pt x="169007" y="72245"/>
                    <a:pt x="179921" y="72245"/>
                  </a:cubicBezTo>
                  <a:cubicBezTo>
                    <a:pt x="190916" y="72245"/>
                    <a:pt x="201423" y="74200"/>
                    <a:pt x="211279" y="77784"/>
                  </a:cubicBezTo>
                  <a:cubicBezTo>
                    <a:pt x="241333" y="88779"/>
                    <a:pt x="264872" y="115087"/>
                    <a:pt x="273668" y="148156"/>
                  </a:cubicBezTo>
                  <a:cubicBezTo>
                    <a:pt x="276275" y="157441"/>
                    <a:pt x="277578" y="167215"/>
                    <a:pt x="277578" y="177396"/>
                  </a:cubicBezTo>
                  <a:cubicBezTo>
                    <a:pt x="277578" y="191079"/>
                    <a:pt x="275134" y="204111"/>
                    <a:pt x="270736" y="21608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616539" y="2583885"/>
              <a:ext cx="192952" cy="301442"/>
            </a:xfrm>
            <a:custGeom>
              <a:rect b="b" l="l" r="r" t="t"/>
              <a:pathLst>
                <a:path extrusionOk="0" h="301442" w="192952">
                  <a:moveTo>
                    <a:pt x="192953" y="276112"/>
                  </a:moveTo>
                  <a:lnTo>
                    <a:pt x="192953" y="301443"/>
                  </a:lnTo>
                  <a:lnTo>
                    <a:pt x="0" y="301443"/>
                  </a:lnTo>
                  <a:lnTo>
                    <a:pt x="0" y="34127"/>
                  </a:lnTo>
                  <a:lnTo>
                    <a:pt x="34860" y="0"/>
                  </a:lnTo>
                  <a:lnTo>
                    <a:pt x="34860" y="276112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6966851" y="2546337"/>
              <a:ext cx="325143" cy="338990"/>
            </a:xfrm>
            <a:custGeom>
              <a:rect b="b" l="l" r="r" t="t"/>
              <a:pathLst>
                <a:path extrusionOk="0" h="338990" w="325143">
                  <a:moveTo>
                    <a:pt x="314393" y="313660"/>
                  </a:moveTo>
                  <a:lnTo>
                    <a:pt x="287922" y="251270"/>
                  </a:lnTo>
                  <a:lnTo>
                    <a:pt x="275542" y="222193"/>
                  </a:lnTo>
                  <a:lnTo>
                    <a:pt x="256238" y="176744"/>
                  </a:lnTo>
                  <a:lnTo>
                    <a:pt x="244917" y="150110"/>
                  </a:lnTo>
                  <a:lnTo>
                    <a:pt x="192382" y="26715"/>
                  </a:lnTo>
                  <a:lnTo>
                    <a:pt x="181061" y="0"/>
                  </a:lnTo>
                  <a:lnTo>
                    <a:pt x="144164" y="0"/>
                  </a:lnTo>
                  <a:lnTo>
                    <a:pt x="132843" y="26715"/>
                  </a:lnTo>
                  <a:lnTo>
                    <a:pt x="80309" y="150110"/>
                  </a:lnTo>
                  <a:lnTo>
                    <a:pt x="68987" y="176744"/>
                  </a:lnTo>
                  <a:lnTo>
                    <a:pt x="49684" y="222193"/>
                  </a:lnTo>
                  <a:lnTo>
                    <a:pt x="37303" y="251270"/>
                  </a:lnTo>
                  <a:lnTo>
                    <a:pt x="10751" y="313660"/>
                  </a:lnTo>
                  <a:lnTo>
                    <a:pt x="0" y="338990"/>
                  </a:lnTo>
                  <a:lnTo>
                    <a:pt x="35186" y="338990"/>
                  </a:lnTo>
                  <a:lnTo>
                    <a:pt x="45530" y="313660"/>
                  </a:lnTo>
                  <a:lnTo>
                    <a:pt x="71105" y="251270"/>
                  </a:lnTo>
                  <a:lnTo>
                    <a:pt x="250781" y="251270"/>
                  </a:lnTo>
                  <a:lnTo>
                    <a:pt x="276356" y="313660"/>
                  </a:lnTo>
                  <a:lnTo>
                    <a:pt x="286700" y="338990"/>
                  </a:lnTo>
                  <a:lnTo>
                    <a:pt x="325144" y="338990"/>
                  </a:lnTo>
                  <a:lnTo>
                    <a:pt x="314393" y="313660"/>
                  </a:lnTo>
                  <a:close/>
                  <a:moveTo>
                    <a:pt x="82996" y="222193"/>
                  </a:moveTo>
                  <a:lnTo>
                    <a:pt x="101648" y="176744"/>
                  </a:lnTo>
                  <a:lnTo>
                    <a:pt x="112562" y="150110"/>
                  </a:lnTo>
                  <a:lnTo>
                    <a:pt x="160943" y="32172"/>
                  </a:lnTo>
                  <a:lnTo>
                    <a:pt x="209324" y="150110"/>
                  </a:lnTo>
                  <a:lnTo>
                    <a:pt x="220238" y="176744"/>
                  </a:lnTo>
                  <a:lnTo>
                    <a:pt x="238890" y="222193"/>
                  </a:lnTo>
                  <a:lnTo>
                    <a:pt x="82996" y="222193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486902" y="2546337"/>
              <a:ext cx="228382" cy="338990"/>
            </a:xfrm>
            <a:custGeom>
              <a:rect b="b" l="l" r="r" t="t"/>
              <a:pathLst>
                <a:path extrusionOk="0" h="338990" w="228382">
                  <a:moveTo>
                    <a:pt x="224148" y="222193"/>
                  </a:moveTo>
                  <a:cubicBezTo>
                    <a:pt x="218202" y="204029"/>
                    <a:pt x="206066" y="188228"/>
                    <a:pt x="189857" y="176744"/>
                  </a:cubicBezTo>
                  <a:cubicBezTo>
                    <a:pt x="180410" y="170065"/>
                    <a:pt x="169495" y="164771"/>
                    <a:pt x="157685" y="161432"/>
                  </a:cubicBezTo>
                  <a:cubicBezTo>
                    <a:pt x="164853" y="158581"/>
                    <a:pt x="171531" y="154753"/>
                    <a:pt x="177559" y="150110"/>
                  </a:cubicBezTo>
                  <a:cubicBezTo>
                    <a:pt x="197514" y="134717"/>
                    <a:pt x="210383" y="110771"/>
                    <a:pt x="210383" y="83811"/>
                  </a:cubicBezTo>
                  <a:cubicBezTo>
                    <a:pt x="210383" y="61738"/>
                    <a:pt x="201830" y="41702"/>
                    <a:pt x="187740" y="26715"/>
                  </a:cubicBezTo>
                  <a:cubicBezTo>
                    <a:pt x="172265" y="10263"/>
                    <a:pt x="150273" y="0"/>
                    <a:pt x="125839" y="0"/>
                  </a:cubicBezTo>
                  <a:lnTo>
                    <a:pt x="0" y="0"/>
                  </a:lnTo>
                  <a:lnTo>
                    <a:pt x="0" y="338990"/>
                  </a:lnTo>
                  <a:lnTo>
                    <a:pt x="127305" y="338990"/>
                  </a:lnTo>
                  <a:cubicBezTo>
                    <a:pt x="154509" y="338990"/>
                    <a:pt x="179106" y="329380"/>
                    <a:pt x="197188" y="313660"/>
                  </a:cubicBezTo>
                  <a:cubicBezTo>
                    <a:pt x="215595" y="297859"/>
                    <a:pt x="227406" y="275786"/>
                    <a:pt x="228301" y="251270"/>
                  </a:cubicBezTo>
                  <a:cubicBezTo>
                    <a:pt x="228383" y="250211"/>
                    <a:pt x="228383" y="249152"/>
                    <a:pt x="228383" y="248093"/>
                  </a:cubicBezTo>
                  <a:cubicBezTo>
                    <a:pt x="228383" y="239134"/>
                    <a:pt x="226917" y="230419"/>
                    <a:pt x="224148" y="222193"/>
                  </a:cubicBezTo>
                  <a:close/>
                  <a:moveTo>
                    <a:pt x="32172" y="26715"/>
                  </a:moveTo>
                  <a:lnTo>
                    <a:pt x="116146" y="26715"/>
                  </a:lnTo>
                  <a:cubicBezTo>
                    <a:pt x="150192" y="26715"/>
                    <a:pt x="177803" y="54326"/>
                    <a:pt x="177803" y="88372"/>
                  </a:cubicBezTo>
                  <a:cubicBezTo>
                    <a:pt x="177803" y="122499"/>
                    <a:pt x="150192" y="150110"/>
                    <a:pt x="116146" y="150110"/>
                  </a:cubicBezTo>
                  <a:lnTo>
                    <a:pt x="32172" y="150110"/>
                  </a:lnTo>
                  <a:lnTo>
                    <a:pt x="32172" y="26715"/>
                  </a:lnTo>
                  <a:close/>
                  <a:moveTo>
                    <a:pt x="32172" y="313660"/>
                  </a:moveTo>
                  <a:lnTo>
                    <a:pt x="32172" y="176744"/>
                  </a:lnTo>
                  <a:lnTo>
                    <a:pt x="125187" y="176744"/>
                  </a:lnTo>
                  <a:cubicBezTo>
                    <a:pt x="155893" y="176744"/>
                    <a:pt x="181957" y="195722"/>
                    <a:pt x="191649" y="222193"/>
                  </a:cubicBezTo>
                  <a:cubicBezTo>
                    <a:pt x="194337" y="229360"/>
                    <a:pt x="195803" y="237179"/>
                    <a:pt x="195803" y="245243"/>
                  </a:cubicBezTo>
                  <a:cubicBezTo>
                    <a:pt x="195803" y="247279"/>
                    <a:pt x="195722" y="249315"/>
                    <a:pt x="195559" y="251270"/>
                  </a:cubicBezTo>
                  <a:cubicBezTo>
                    <a:pt x="192383" y="286211"/>
                    <a:pt x="162084" y="313660"/>
                    <a:pt x="125187" y="313660"/>
                  </a:cubicBezTo>
                  <a:lnTo>
                    <a:pt x="32172" y="313660"/>
                  </a:ln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7918256" y="2537704"/>
              <a:ext cx="216735" cy="358700"/>
            </a:xfrm>
            <a:custGeom>
              <a:rect b="b" l="l" r="r" t="t"/>
              <a:pathLst>
                <a:path extrusionOk="0" h="358700" w="216735">
                  <a:moveTo>
                    <a:pt x="216736" y="259904"/>
                  </a:moveTo>
                  <a:lnTo>
                    <a:pt x="216736" y="260392"/>
                  </a:lnTo>
                  <a:cubicBezTo>
                    <a:pt x="216736" y="283850"/>
                    <a:pt x="207044" y="305434"/>
                    <a:pt x="190916" y="322293"/>
                  </a:cubicBezTo>
                  <a:cubicBezTo>
                    <a:pt x="180898" y="332800"/>
                    <a:pt x="168436" y="341434"/>
                    <a:pt x="154264" y="347624"/>
                  </a:cubicBezTo>
                  <a:cubicBezTo>
                    <a:pt x="138301" y="354710"/>
                    <a:pt x="120219" y="358701"/>
                    <a:pt x="100997" y="358701"/>
                  </a:cubicBezTo>
                  <a:cubicBezTo>
                    <a:pt x="81775" y="358701"/>
                    <a:pt x="63693" y="354710"/>
                    <a:pt x="47729" y="347624"/>
                  </a:cubicBezTo>
                  <a:cubicBezTo>
                    <a:pt x="33557" y="341434"/>
                    <a:pt x="21095" y="332800"/>
                    <a:pt x="11077" y="322293"/>
                  </a:cubicBezTo>
                  <a:cubicBezTo>
                    <a:pt x="6923" y="317976"/>
                    <a:pt x="3177" y="313334"/>
                    <a:pt x="0" y="308447"/>
                  </a:cubicBezTo>
                  <a:lnTo>
                    <a:pt x="23295" y="290365"/>
                  </a:lnTo>
                  <a:cubicBezTo>
                    <a:pt x="31114" y="303886"/>
                    <a:pt x="43983" y="315044"/>
                    <a:pt x="59865" y="322293"/>
                  </a:cubicBezTo>
                  <a:cubicBezTo>
                    <a:pt x="72653" y="328158"/>
                    <a:pt x="87314" y="331497"/>
                    <a:pt x="103033" y="331497"/>
                  </a:cubicBezTo>
                  <a:cubicBezTo>
                    <a:pt x="118753" y="331497"/>
                    <a:pt x="133495" y="328158"/>
                    <a:pt x="146282" y="322293"/>
                  </a:cubicBezTo>
                  <a:cubicBezTo>
                    <a:pt x="172997" y="309995"/>
                    <a:pt x="191161" y="286700"/>
                    <a:pt x="191568" y="259904"/>
                  </a:cubicBezTo>
                  <a:lnTo>
                    <a:pt x="191568" y="259008"/>
                  </a:lnTo>
                  <a:cubicBezTo>
                    <a:pt x="191568" y="248989"/>
                    <a:pt x="189125" y="239541"/>
                    <a:pt x="184564" y="230826"/>
                  </a:cubicBezTo>
                  <a:cubicBezTo>
                    <a:pt x="172428" y="207287"/>
                    <a:pt x="145468" y="190102"/>
                    <a:pt x="113214" y="187088"/>
                  </a:cubicBezTo>
                  <a:cubicBezTo>
                    <a:pt x="110852" y="186844"/>
                    <a:pt x="108409" y="186681"/>
                    <a:pt x="105965" y="186681"/>
                  </a:cubicBezTo>
                  <a:cubicBezTo>
                    <a:pt x="105884" y="186600"/>
                    <a:pt x="105721" y="186600"/>
                    <a:pt x="105640" y="186681"/>
                  </a:cubicBezTo>
                  <a:cubicBezTo>
                    <a:pt x="102219" y="186355"/>
                    <a:pt x="98798" y="185948"/>
                    <a:pt x="95458" y="185378"/>
                  </a:cubicBezTo>
                  <a:cubicBezTo>
                    <a:pt x="80227" y="182853"/>
                    <a:pt x="66136" y="177722"/>
                    <a:pt x="53838" y="170635"/>
                  </a:cubicBezTo>
                  <a:cubicBezTo>
                    <a:pt x="47810" y="167133"/>
                    <a:pt x="42109" y="163142"/>
                    <a:pt x="36978" y="158744"/>
                  </a:cubicBezTo>
                  <a:cubicBezTo>
                    <a:pt x="17349" y="141884"/>
                    <a:pt x="5294" y="118915"/>
                    <a:pt x="5294" y="93585"/>
                  </a:cubicBezTo>
                  <a:cubicBezTo>
                    <a:pt x="5294" y="71512"/>
                    <a:pt x="14417" y="51313"/>
                    <a:pt x="29648" y="35349"/>
                  </a:cubicBezTo>
                  <a:cubicBezTo>
                    <a:pt x="40480" y="24027"/>
                    <a:pt x="54408" y="14824"/>
                    <a:pt x="70372" y="8634"/>
                  </a:cubicBezTo>
                  <a:cubicBezTo>
                    <a:pt x="84707" y="3095"/>
                    <a:pt x="100671" y="0"/>
                    <a:pt x="117450" y="0"/>
                  </a:cubicBezTo>
                  <a:cubicBezTo>
                    <a:pt x="134228" y="0"/>
                    <a:pt x="150192" y="3095"/>
                    <a:pt x="164527" y="8634"/>
                  </a:cubicBezTo>
                  <a:cubicBezTo>
                    <a:pt x="180491" y="14824"/>
                    <a:pt x="194338" y="24027"/>
                    <a:pt x="205170" y="35349"/>
                  </a:cubicBezTo>
                  <a:cubicBezTo>
                    <a:pt x="207288" y="37467"/>
                    <a:pt x="209242" y="39747"/>
                    <a:pt x="211116" y="42109"/>
                  </a:cubicBezTo>
                  <a:lnTo>
                    <a:pt x="184319" y="62960"/>
                  </a:lnTo>
                  <a:cubicBezTo>
                    <a:pt x="176581" y="50987"/>
                    <a:pt x="164608" y="41295"/>
                    <a:pt x="150273" y="35349"/>
                  </a:cubicBezTo>
                  <a:cubicBezTo>
                    <a:pt x="140174" y="31195"/>
                    <a:pt x="128852" y="28833"/>
                    <a:pt x="116880" y="28833"/>
                  </a:cubicBezTo>
                  <a:cubicBezTo>
                    <a:pt x="104906" y="28833"/>
                    <a:pt x="93585" y="31195"/>
                    <a:pt x="83485" y="35349"/>
                  </a:cubicBezTo>
                  <a:cubicBezTo>
                    <a:pt x="57340" y="46181"/>
                    <a:pt x="39340" y="69232"/>
                    <a:pt x="39340" y="95947"/>
                  </a:cubicBezTo>
                  <a:cubicBezTo>
                    <a:pt x="39340" y="124698"/>
                    <a:pt x="60191" y="149133"/>
                    <a:pt x="89512" y="158744"/>
                  </a:cubicBezTo>
                  <a:cubicBezTo>
                    <a:pt x="94155" y="160291"/>
                    <a:pt x="99124" y="161432"/>
                    <a:pt x="104173" y="162165"/>
                  </a:cubicBezTo>
                  <a:cubicBezTo>
                    <a:pt x="108327" y="162735"/>
                    <a:pt x="112562" y="163061"/>
                    <a:pt x="116880" y="163061"/>
                  </a:cubicBezTo>
                  <a:cubicBezTo>
                    <a:pt x="116961" y="162979"/>
                    <a:pt x="117042" y="163061"/>
                    <a:pt x="117124" y="163061"/>
                  </a:cubicBezTo>
                  <a:cubicBezTo>
                    <a:pt x="134554" y="165097"/>
                    <a:pt x="150762" y="170473"/>
                    <a:pt x="164772" y="178373"/>
                  </a:cubicBezTo>
                  <a:cubicBezTo>
                    <a:pt x="168599" y="180491"/>
                    <a:pt x="172346" y="182853"/>
                    <a:pt x="175848" y="185378"/>
                  </a:cubicBezTo>
                  <a:cubicBezTo>
                    <a:pt x="192301" y="197269"/>
                    <a:pt x="204763" y="212907"/>
                    <a:pt x="211360" y="230826"/>
                  </a:cubicBezTo>
                  <a:cubicBezTo>
                    <a:pt x="214781" y="239948"/>
                    <a:pt x="216654" y="249722"/>
                    <a:pt x="216736" y="259904"/>
                  </a:cubicBezTo>
                  <a:close/>
                </a:path>
              </a:pathLst>
            </a:custGeom>
            <a:solidFill>
              <a:srgbClr val="2F55D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