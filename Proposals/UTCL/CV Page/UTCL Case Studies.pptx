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372" r:id="rId4"/>
    <p:sldMasterId id="2147484392" r:id="rId5"/>
    <p:sldMasterId id="2147484405" r:id="rId6"/>
  </p:sldMasterIdLst>
  <p:notesMasterIdLst>
    <p:notesMasterId r:id="rId55"/>
  </p:notesMasterIdLst>
  <p:handoutMasterIdLst>
    <p:handoutMasterId r:id="rId56"/>
  </p:handoutMasterIdLst>
  <p:sldIdLst>
    <p:sldId id="2147482017" r:id="rId51"/>
    <p:sldId id="2147482018" r:id="rId66"/>
    <p:sldId id="2147482019" r:id="rId67"/>
    <p:sldId id="2147482020" r:id="rId68"/>
    <p:sldId id="2147482021" r:id="rId69"/>
  </p:sldIdLst>
  <p:sldSz cx="12192000" cy="6858000"/>
  <p:notesSz cx="6797675" cy="9928225"/>
  <p:custDataLst>
    <p:tags r:id="rId5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B62EEE7-D89C-4F24-9EA7-E130A40CE90F}">
          <p14:sldIdLst>
            <p14:sldId id="11643"/>
            <p14:sldId id="2147482141"/>
            <p14:sldId id="2147482222"/>
            <p14:sldId id="2147482224"/>
            <p14:sldId id="2147481943"/>
            <p14:sldId id="2147481936"/>
            <p14:sldId id="2147481944"/>
            <p14:sldId id="2147482172"/>
            <p14:sldId id="2147482167"/>
            <p14:sldId id="2147482165"/>
            <p14:sldId id="2147482156"/>
            <p14:sldId id="2147482160"/>
            <p14:sldId id="2147483635"/>
            <p14:sldId id="2147482173"/>
            <p14:sldId id="2147483638"/>
            <p14:sldId id="2147482144"/>
            <p14:sldId id="2147482178"/>
            <p14:sldId id="2147483639"/>
            <p14:sldId id="2147483643"/>
            <p14:sldId id="2147482185"/>
            <p14:sldId id="2147483627"/>
            <p14:sldId id="2147483628"/>
            <p14:sldId id="2147482179"/>
            <p14:sldId id="2147483640"/>
            <p14:sldId id="2147483629"/>
            <p14:sldId id="2147483630"/>
            <p14:sldId id="2147483631"/>
            <p14:sldId id="2147483636"/>
            <p14:sldId id="2147482180"/>
            <p14:sldId id="2147483641"/>
            <p14:sldId id="2147483646"/>
            <p14:sldId id="2147482193"/>
            <p14:sldId id="2147483637"/>
            <p14:sldId id="2147483633"/>
            <p14:sldId id="2147482181"/>
            <p14:sldId id="2147483642"/>
            <p14:sldId id="2147482184"/>
            <p14:sldId id="2147482182"/>
            <p14:sldId id="2147483632"/>
            <p14:sldId id="2147481948"/>
            <p14:sldId id="282"/>
            <p14:sldId id="2147482148"/>
            <p14:sldId id="2147481942"/>
            <p14:sldId id="2147483625"/>
            <p14:sldId id="2147482017"/>
            <p14:sldId id="2147483626"/>
            <p14:sldId id="285"/>
            <p14:sldId id="21474821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474F7A-1B1B-9AC5-1062-F13AE2FFA3B4}" name="Kamal Sood" initials="KS" userId="S::Kamal.Sood1@parthenon.ey.com::4997de22-2f0e-4ccf-8058-2aa3e6a8c44a" providerId="AD"/>
  <p188:author id="{CF70498B-16A9-1F4C-86AB-99F88B5E8DBF}" name="Sumit Thakur" initials="ST" userId="S::Sumit.Thakur@parthenon.ey.com::0aee9a8e-cc89-46a2-80b9-e66965778be0" providerId="AD"/>
  <p188:author id="{CECEB3C0-7E84-35FF-B194-411D9138EBD0}" name="Arun Nagarajan" initials="AN" userId="S::Arun1.Nagarajan@in.ey.com::b791ef68-5821-4a99-8386-2de82a759f4a" providerId="AD"/>
  <p188:author id="{1F6A02DD-01DE-5D5E-AA4E-4DD74175549D}" name="Aastha A Kasliwal" initials="AK" userId="S::Aastha.Kasliwal@parthenon.ey.com::56aededb-fd9c-4db7-9c72-3b70fdf9122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8FE"/>
    <a:srgbClr val="FBFBFB"/>
    <a:srgbClr val="C7D4E2"/>
    <a:srgbClr val="7B99BB"/>
    <a:srgbClr val="E3F2FD"/>
    <a:srgbClr val="C5E4FB"/>
    <a:srgbClr val="1F72A5"/>
    <a:srgbClr val="F6F6F8"/>
    <a:srgbClr val="AECCFC"/>
    <a:srgbClr val="F4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6804D-4DCA-4E4A-A3C9-3F52DF59155D}" v="2719" dt="2026-09-20T07:42:56.696"/>
    <p1510:client id="{23B000B0-1FB2-489E-9237-1052C20ADCF5}" v="6" dt="2026-09-20T09:14:06.3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5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56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5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58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61" Type="http://schemas.openxmlformats.org/officeDocument/2006/relationships/theme" Target="theme/theme1.xml"/><Relationship Id="rId56" Type="http://schemas.openxmlformats.org/officeDocument/2006/relationships/handoutMaster" Target="handoutMasters/handoutMaster1.xml"/><Relationship Id="rId64" Type="http://schemas.microsoft.com/office/2015/10/relationships/revisionInfo" Target="revisionInfo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59" Type="http://schemas.openxmlformats.org/officeDocument/2006/relationships/presProps" Target="presProps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57" Type="http://schemas.openxmlformats.org/officeDocument/2006/relationships/tags" Target="tags/tag1.xml"/><Relationship Id="rId60" Type="http://schemas.openxmlformats.org/officeDocument/2006/relationships/viewProps" Target="viewProps.xml"/><Relationship Id="rId65" Type="http://schemas.microsoft.com/office/2018/10/relationships/authors" Target="authors.xml"/><Relationship Id="rId4" Type="http://schemas.openxmlformats.org/officeDocument/2006/relationships/slideMaster" Target="slideMasters/slideMaster1.xml"/>  <Relationship Id="rId66" Type="http://schemas.openxmlformats.org/officeDocument/2006/relationships/slide" Target="slides/slide46.xml"/>
  <Relationship Id="rId67" Type="http://schemas.openxmlformats.org/officeDocument/2006/relationships/slide" Target="slides/slide47.xml"/>
  <Relationship Id="rId68" Type="http://schemas.openxmlformats.org/officeDocument/2006/relationships/slide" Target="slides/slide48.xml"/>
  <Relationship Id="rId69" Type="http://schemas.openxmlformats.org/officeDocument/2006/relationships/slide" Target="slides/slide49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411"/>
          </a:xfrm>
          <a:prstGeom prst="rect">
            <a:avLst/>
          </a:prstGeom>
        </p:spPr>
        <p:txBody>
          <a:bodyPr vert="horz" lIns="92631" tIns="46315" rIns="92631" bIns="46315" rtlCol="0"/>
          <a:lstStyle>
            <a:lvl1pPr algn="l">
              <a:defRPr sz="1200"/>
            </a:lvl1pPr>
          </a:lstStyle>
          <a:p>
            <a:endParaRPr lang="en-GB">
              <a:latin typeface="EYInterstate Light" panose="02000506000000020004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6411"/>
          </a:xfrm>
          <a:prstGeom prst="rect">
            <a:avLst/>
          </a:prstGeom>
        </p:spPr>
        <p:txBody>
          <a:bodyPr vert="horz" lIns="92631" tIns="46315" rIns="92631" bIns="46315" rtlCol="0"/>
          <a:lstStyle>
            <a:lvl1pPr algn="r">
              <a:defRPr sz="1200"/>
            </a:lvl1pPr>
          </a:lstStyle>
          <a:p>
            <a:fld id="{75A85089-C692-4DEA-AC49-04CF34D4FE14}" type="datetimeFigureOut">
              <a:rPr lang="en-GB" smtClean="0">
                <a:latin typeface="EYInterstate Light" panose="02000506000000020004" pitchFamily="2" charset="0"/>
              </a:rPr>
              <a:pPr/>
              <a:t>20/09/2026</a:t>
            </a:fld>
            <a:endParaRPr lang="en-GB">
              <a:latin typeface="EYInterstate Light" panose="02000506000000020004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2631" tIns="46315" rIns="92631" bIns="46315" rtlCol="0" anchor="b"/>
          <a:lstStyle>
            <a:lvl1pPr algn="l">
              <a:defRPr sz="1200"/>
            </a:lvl1pPr>
          </a:lstStyle>
          <a:p>
            <a:endParaRPr lang="en-GB">
              <a:latin typeface="EYInterstate Light" panose="02000506000000020004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2631" tIns="46315" rIns="92631" bIns="46315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EYInterstate Light" panose="02000506000000020004" pitchFamily="2" charset="0"/>
              </a:rPr>
              <a:pPr/>
              <a:t>‹#›</a:t>
            </a:fld>
            <a:endParaRPr lang="en-GB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411"/>
          </a:xfrm>
          <a:prstGeom prst="rect">
            <a:avLst/>
          </a:prstGeom>
        </p:spPr>
        <p:txBody>
          <a:bodyPr vert="horz" lIns="92631" tIns="46315" rIns="92631" bIns="46315" rtlCol="0"/>
          <a:lstStyle>
            <a:lvl1pPr algn="l">
              <a:defRPr sz="12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>
              <a:latin typeface="EYInterstate Light" panose="02000506000000020004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411"/>
          </a:xfrm>
          <a:prstGeom prst="rect">
            <a:avLst/>
          </a:prstGeom>
        </p:spPr>
        <p:txBody>
          <a:bodyPr vert="horz" lIns="92631" tIns="46315" rIns="92631" bIns="46315" rtlCol="0"/>
          <a:lstStyle>
            <a:lvl1pPr algn="r">
              <a:defRPr sz="12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8045EBA9-A28D-4849-BFEA-AA04F6A21B63}" type="datetimeFigureOut">
              <a:rPr lang="en-US" smtClean="0">
                <a:latin typeface="EYInterstate Light" panose="02000506000000020004" pitchFamily="2" charset="0"/>
              </a:rPr>
              <a:pPr/>
              <a:t>9/20/2026</a:t>
            </a:fld>
            <a:endParaRPr lang="en-US">
              <a:latin typeface="EYInterstate Light" panose="02000506000000020004" pitchFamily="2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1" tIns="46315" rIns="92631" bIns="46315" rtlCol="0" anchor="ctr"/>
          <a:lstStyle/>
          <a:p>
            <a:endParaRPr lang="en-GB">
              <a:latin typeface="EYInterstate Light" panose="02000506000000020004" pitchFamily="2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2631" tIns="46315" rIns="92631" bIns="4631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2631" tIns="46315" rIns="92631" bIns="46315" rtlCol="0" anchor="b"/>
          <a:lstStyle>
            <a:lvl1pPr algn="l">
              <a:defRPr sz="12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>
              <a:latin typeface="EYInterstate Light" panose="02000506000000020004" pitchFamily="2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2631" tIns="46315" rIns="92631" bIns="46315" rtlCol="0" anchor="b"/>
          <a:lstStyle>
            <a:lvl1pPr algn="r">
              <a:defRPr sz="12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5B43D19E-BFDB-4C92-8EDD-32EDDA8F41DF}" type="slidenum">
              <a:rPr lang="en-US" smtClean="0">
                <a:latin typeface="EYInterstate Light" panose="02000506000000020004" pitchFamily="2" charset="0"/>
              </a:rPr>
              <a:pPr/>
              <a:t>‹#›</a:t>
            </a:fld>
            <a:endParaRPr lang="en-US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EYInterstate Light" panose="02000506000000020004" pitchFamily="2" charset="0"/>
        <a:ea typeface="+mn-ea"/>
        <a:cs typeface="+mn-cs"/>
        <a:sym typeface="EYInterstate Light" panose="02000506000000020004" pitchFamily="2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EYInterstate Light" panose="02000506000000020004" pitchFamily="2" charset="0"/>
        <a:ea typeface="+mn-ea"/>
        <a:cs typeface="+mn-cs"/>
        <a:sym typeface="EYInterstate Light" panose="02000506000000020004" pitchFamily="2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EYInterstate Light" panose="02000506000000020004" pitchFamily="2" charset="0"/>
        <a:ea typeface="+mn-ea"/>
        <a:cs typeface="+mn-cs"/>
        <a:sym typeface="EYInterstate Light" panose="02000506000000020004" pitchFamily="2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EYInterstate Light" panose="02000506000000020004" pitchFamily="2" charset="0"/>
        <a:ea typeface="+mn-ea"/>
        <a:cs typeface="+mn-cs"/>
        <a:sym typeface="EYInterstate Light" panose="02000506000000020004" pitchFamily="2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EYInterstate Light" panose="02000506000000020004" pitchFamily="2" charset="0"/>
        <a:ea typeface="+mn-ea"/>
        <a:cs typeface="+mn-cs"/>
        <a:sym typeface="EYInterstate Light" panose="02000506000000020004" pitchFamily="2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966D-A8DE-19AA-56CC-3A06F62E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79F844-8F88-3B15-01C6-F3C044806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D5BEB-101B-4C61-4E2B-AE1510FEC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44884-6160-55E9-910F-88D2AE89F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US" smtClean="0">
                <a:latin typeface="EYInterstate Light" panose="02000506000000020004" pitchFamily="2" charset="0"/>
              </a:rPr>
              <a:pPr/>
              <a:t>45</a:t>
            </a:fld>
            <a:endParaRPr lang="en-US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492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3.jpe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7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8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9.xml"/><Relationship Id="rId4" Type="http://schemas.openxmlformats.org/officeDocument/2006/relationships/image" Target="../media/image5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0.xml"/><Relationship Id="rId4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1.xml"/><Relationship Id="rId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2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3.xml"/><Relationship Id="rId4" Type="http://schemas.openxmlformats.org/officeDocument/2006/relationships/image" Target="../media/image5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4.xml"/><Relationship Id="rId4" Type="http://schemas.openxmlformats.org/officeDocument/2006/relationships/image" Target="../media/image5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5.xml"/><Relationship Id="rId4" Type="http://schemas.openxmlformats.org/officeDocument/2006/relationships/image" Target="../media/image5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6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7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8.xml"/><Relationship Id="rId4" Type="http://schemas.openxmlformats.org/officeDocument/2006/relationships/image" Target="../media/image5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9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0.xml"/><Relationship Id="rId4" Type="http://schemas.openxmlformats.org/officeDocument/2006/relationships/image" Target="../media/image5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1.xml"/><Relationship Id="rId4" Type="http://schemas.openxmlformats.org/officeDocument/2006/relationships/image" Target="../media/image5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2.xml"/><Relationship Id="rId4" Type="http://schemas.openxmlformats.org/officeDocument/2006/relationships/image" Target="../media/image5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3.xml"/><Relationship Id="rId4" Type="http://schemas.openxmlformats.org/officeDocument/2006/relationships/image" Target="../media/image4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4.xml"/><Relationship Id="rId4" Type="http://schemas.openxmlformats.org/officeDocument/2006/relationships/image" Target="../media/image5.emf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9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YP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B0A5894-841F-4E2E-9A36-4F3763B2F5F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936644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B0A5894-841F-4E2E-9A36-4F3763B2F5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1058038" y="435988"/>
            <a:ext cx="3792785" cy="86868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rgbClr val="2E2E38"/>
                </a:solidFill>
                <a:latin typeface="Arial" panose="020B0604020202020204" pitchFamily="34" charset="0"/>
                <a:cs typeface="Arial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1069291" y="1780465"/>
            <a:ext cx="3792785" cy="30764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rgbClr val="2E2E38"/>
                </a:solidFill>
                <a:latin typeface="Arial" panose="020B0604020202020204" pitchFamily="34" charset="0"/>
                <a:cs typeface="Arial" pitchFamily="34" charset="0"/>
                <a:sym typeface="Arial" panose="020B0604020202020204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BFBC66B5-2475-4F1B-8CD3-426699968443}"/>
              </a:ext>
            </a:extLst>
          </p:cNvPr>
          <p:cNvSpPr/>
          <p:nvPr userDrawn="1"/>
        </p:nvSpPr>
        <p:spPr>
          <a:xfrm>
            <a:off x="5314540" y="460564"/>
            <a:ext cx="155367" cy="3429000"/>
          </a:xfrm>
          <a:prstGeom prst="rect">
            <a:avLst/>
          </a:prstGeom>
          <a:solidFill>
            <a:srgbClr val="1A9AF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199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E08BCAC7-5BAB-4F88-B96A-3B750E1101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612445" y="460564"/>
            <a:ext cx="155367" cy="3429000"/>
          </a:xfrm>
          <a:prstGeom prst="rect">
            <a:avLst/>
          </a:prstGeom>
          <a:solidFill>
            <a:srgbClr val="1A9AF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199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2" name="Text Placeholder 16">
            <a:extLst>
              <a:ext uri="{FF2B5EF4-FFF2-40B4-BE49-F238E27FC236}">
                <a16:creationId xmlns:a16="http://schemas.microsoft.com/office/drawing/2014/main" id="{C0C18077-3829-4A1D-B973-869FA6D6A01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549397" y="5862356"/>
            <a:ext cx="3087667" cy="184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rgbClr val="1A9AFA"/>
                </a:solidFill>
              </a:defRPr>
            </a:lvl1pPr>
          </a:lstStyle>
          <a:p>
            <a:pPr lvl="0"/>
            <a:r>
              <a:rPr lang="en-US"/>
              <a:t>Client name</a:t>
            </a:r>
            <a:endParaRPr lang="en-GB"/>
          </a:p>
        </p:txBody>
      </p:sp>
      <p:sp>
        <p:nvSpPr>
          <p:cNvPr id="353" name="Text Placeholder 16">
            <a:extLst>
              <a:ext uri="{FF2B5EF4-FFF2-40B4-BE49-F238E27FC236}">
                <a16:creationId xmlns:a16="http://schemas.microsoft.com/office/drawing/2014/main" id="{0E56CFA0-D3C6-452E-8DFA-FE75B6A8F668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549397" y="6104999"/>
            <a:ext cx="3087667" cy="184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rgbClr val="2E2E38"/>
                </a:solidFill>
              </a:defRPr>
            </a:lvl1pPr>
          </a:lstStyle>
          <a:p>
            <a:pPr lvl="0"/>
            <a:r>
              <a:rPr lang="en-US"/>
              <a:t>Additional text if needed</a:t>
            </a:r>
            <a:endParaRPr lang="en-GB"/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CF2BAD60-3442-4E35-A513-743463E51DDA}"/>
              </a:ext>
            </a:extLst>
          </p:cNvPr>
          <p:cNvCxnSpPr>
            <a:cxnSpLocks/>
          </p:cNvCxnSpPr>
          <p:nvPr userDrawn="1"/>
        </p:nvCxnSpPr>
        <p:spPr>
          <a:xfrm>
            <a:off x="1552122" y="5743608"/>
            <a:ext cx="7474055" cy="0"/>
          </a:xfrm>
          <a:prstGeom prst="line">
            <a:avLst/>
          </a:prstGeom>
          <a:ln w="9525" cap="flat" cmpd="sng" algn="ctr">
            <a:solidFill>
              <a:srgbClr val="82829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A893E32-F4C1-4B32-AA48-800A2306B6CA}"/>
              </a:ext>
            </a:extLst>
          </p:cNvPr>
          <p:cNvSpPr txBox="1"/>
          <p:nvPr userDrawn="1"/>
        </p:nvSpPr>
        <p:spPr>
          <a:xfrm>
            <a:off x="610962" y="5630224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>
                <a:solidFill>
                  <a:srgbClr val="82829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Prepared for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DD0AB-B389-4838-A777-D9AD125B3126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069418" y="3750852"/>
            <a:ext cx="3808017" cy="169277"/>
          </a:xfrm>
        </p:spPr>
        <p:txBody>
          <a:bodyPr anchor="b"/>
          <a:lstStyle>
            <a:lvl1pPr marL="0" indent="0" algn="l">
              <a:buFontTx/>
              <a:buNone/>
              <a:defRPr>
                <a:solidFill>
                  <a:srgbClr val="2E2E38"/>
                </a:solidFill>
              </a:defRPr>
            </a:lvl1pPr>
            <a:lvl2pPr marL="171364" indent="0" algn="l">
              <a:buFontTx/>
              <a:buNone/>
              <a:defRPr/>
            </a:lvl2pPr>
            <a:lvl3pPr marL="342729" indent="0" algn="l">
              <a:buFontTx/>
              <a:buNone/>
              <a:defRPr/>
            </a:lvl3pPr>
            <a:lvl4pPr marL="514093" indent="0" algn="l">
              <a:buFontTx/>
              <a:buNone/>
              <a:defRPr/>
            </a:lvl4pPr>
            <a:lvl5pPr marL="685457" indent="0" algn="l">
              <a:buFontTx/>
              <a:buNone/>
              <a:defRPr/>
            </a:lvl5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628614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2448">
          <p15:clr>
            <a:srgbClr val="5ACBF0"/>
          </p15:clr>
        </p15:guide>
        <p15:guide id="3" pos="674">
          <p15:clr>
            <a:srgbClr val="5ACBF0"/>
          </p15:clr>
        </p15:guide>
        <p15:guide id="4" pos="3438">
          <p15:clr>
            <a:srgbClr val="5ACBF0"/>
          </p15:clr>
        </p15:guide>
        <p15:guide id="5" pos="3072">
          <p15:clr>
            <a:srgbClr val="5ACBF0"/>
          </p15:clr>
        </p15:guide>
        <p15:guide id="6" pos="386">
          <p15:clr>
            <a:srgbClr val="5ACBF0"/>
          </p15:clr>
        </p15:guide>
        <p15:guide id="7" orient="horz" pos="3680">
          <p15:clr>
            <a:srgbClr val="5ACBF0"/>
          </p15:clr>
        </p15:guide>
        <p15:guide id="8" orient="horz" pos="3992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9967182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AA3264E-CB34-4429-9275-D4DC18E9B1E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74748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A343A82-E9F8-4308-B804-1ABAAE8F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9600"/>
            <a:ext cx="10974283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rgbClr val="2E2E3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679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P Title only with tra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5998908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AA3264E-CB34-4429-9275-D4DC18E9B1E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74748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80EE2A-EFA5-4EAC-AE92-2E0D2BA02C40}"/>
              </a:ext>
            </a:extLst>
          </p:cNvPr>
          <p:cNvCxnSpPr/>
          <p:nvPr userDrawn="1"/>
        </p:nvCxnSpPr>
        <p:spPr>
          <a:xfrm>
            <a:off x="9520244" y="124522"/>
            <a:ext cx="0" cy="77724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A343A82-E9F8-4308-B804-1ABAAE8F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69600"/>
            <a:ext cx="8843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rgbClr val="2E2E3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641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P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8C62C99B-78B4-4BA5-9FF3-35A1CA77E1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7580916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0" imgH="300" progId="TCLayout.ActiveDocument.1">
                  <p:embed/>
                </p:oleObj>
              </mc:Choice>
              <mc:Fallback>
                <p:oleObj name="think-cell Slide" r:id="rId3" imgW="300" imgH="3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8C62C99B-78B4-4BA5-9FF3-35A1CA77E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26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YP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8C62C99B-78B4-4BA5-9FF3-35A1CA77E1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2134018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0" imgH="300" progId="TCLayout.ActiveDocument.1">
                  <p:embed/>
                </p:oleObj>
              </mc:Choice>
              <mc:Fallback>
                <p:oleObj name="think-cell Slide" r:id="rId5" imgW="300" imgH="3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8C62C99B-78B4-4BA5-9FF3-35A1CA77E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9F05E4F-D8F0-4D44-86A8-5013A54F912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8796" b="0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7D397-A728-40AB-ABB1-653C1FBB0A80}"/>
              </a:ext>
            </a:extLst>
          </p:cNvPr>
          <p:cNvSpPr/>
          <p:nvPr userDrawn="1"/>
        </p:nvSpPr>
        <p:spPr>
          <a:xfrm>
            <a:off x="5314540" y="1690755"/>
            <a:ext cx="155367" cy="342721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3943">
              <a:defRPr/>
            </a:pPr>
            <a:endParaRPr lang="en-US" sz="1199">
              <a:solidFill>
                <a:schemeClr val="accent2"/>
              </a:solidFill>
              <a:latin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C69B4B-4673-49A0-8104-2D8A36C803F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612445" y="1690755"/>
            <a:ext cx="155367" cy="342721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3943">
              <a:defRPr/>
            </a:pPr>
            <a:endParaRPr lang="en-US" sz="1199">
              <a:solidFill>
                <a:schemeClr val="accent2"/>
              </a:solidFill>
              <a:latin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E99FEC1-B3D2-4851-9FA8-9723F33D4E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1594" y="2294975"/>
            <a:ext cx="3792785" cy="868680"/>
          </a:xfrm>
          <a:prstGeom prst="rect">
            <a:avLst/>
          </a:prstGeom>
        </p:spPr>
        <p:txBody>
          <a:bodyPr vert="horz"/>
          <a:lstStyle>
            <a:lvl1pPr marL="0" algn="l" defTabSz="913943" rtl="0" eaLnBrk="1" latinLnBrk="0" hangingPunct="1">
              <a:lnSpc>
                <a:spcPct val="85000"/>
              </a:lnSpc>
              <a:spcAft>
                <a:spcPts val="600"/>
              </a:spcAft>
              <a:buClr>
                <a:srgbClr val="2E2E38"/>
              </a:buClr>
              <a:buSzPct val="70000"/>
              <a:defRPr lang="en-GB" sz="8796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defTabSz="913943">
              <a:lnSpc>
                <a:spcPct val="85000"/>
              </a:lnSpc>
              <a:spcAft>
                <a:spcPts val="600"/>
              </a:spcAft>
              <a:buClr>
                <a:srgbClr val="2E2E38"/>
              </a:buClr>
              <a:buSzPct val="70000"/>
              <a:defRPr/>
            </a:pPr>
            <a:r>
              <a:rPr lang="en-US" sz="8796">
                <a:solidFill>
                  <a:schemeClr val="bg1"/>
                </a:solidFill>
                <a:latin typeface="Arial" panose="020B0604020202020204" pitchFamily="34" charset="0"/>
                <a:sym typeface="EYInterstate Light" panose="02000506000000020004" pitchFamily="2" charset="0"/>
              </a:rPr>
              <a:t>00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91797F5C-8885-4D55-ABF2-5C5BEE9F9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594" y="3449320"/>
            <a:ext cx="4270326" cy="738664"/>
          </a:xfrm>
          <a:prstGeom prst="rect">
            <a:avLst/>
          </a:prstGeom>
          <a:solidFill>
            <a:schemeClr val="tx1">
              <a:alpha val="74000"/>
            </a:schemeClr>
          </a:solidFill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itchFamily="34" charset="0"/>
                <a:sym typeface="Arial" panose="020B0604020202020204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0CB0E57-910C-C997-D30A-FE9163CEB25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79216" y="927735"/>
            <a:ext cx="11052000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31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YP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B0A5894-841F-4E2E-9A36-4F3763B2F5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936644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B0A5894-841F-4E2E-9A36-4F3763B2F5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1058038" y="435988"/>
            <a:ext cx="3792785" cy="86868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rgbClr val="2E2E38"/>
                </a:solidFill>
                <a:latin typeface="Arial" panose="020B0604020202020204" pitchFamily="34" charset="0"/>
                <a:cs typeface="Arial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1069291" y="1780465"/>
            <a:ext cx="3792785" cy="30764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rgbClr val="2E2E38"/>
                </a:solidFill>
                <a:latin typeface="Arial" panose="020B0604020202020204" pitchFamily="34" charset="0"/>
                <a:cs typeface="Arial" pitchFamily="34" charset="0"/>
                <a:sym typeface="Arial" panose="020B0604020202020204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BFBC66B5-2475-4F1B-8CD3-426699968443}"/>
              </a:ext>
            </a:extLst>
          </p:cNvPr>
          <p:cNvSpPr/>
          <p:nvPr userDrawn="1"/>
        </p:nvSpPr>
        <p:spPr>
          <a:xfrm>
            <a:off x="5314540" y="460564"/>
            <a:ext cx="155367" cy="3429000"/>
          </a:xfrm>
          <a:prstGeom prst="rect">
            <a:avLst/>
          </a:prstGeom>
          <a:solidFill>
            <a:srgbClr val="1A9AF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199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E08BCAC7-5BAB-4F88-B96A-3B750E1101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612445" y="460564"/>
            <a:ext cx="155367" cy="3429000"/>
          </a:xfrm>
          <a:prstGeom prst="rect">
            <a:avLst/>
          </a:prstGeom>
          <a:solidFill>
            <a:srgbClr val="1A9AF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199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2" name="Text Placeholder 16">
            <a:extLst>
              <a:ext uri="{FF2B5EF4-FFF2-40B4-BE49-F238E27FC236}">
                <a16:creationId xmlns:a16="http://schemas.microsoft.com/office/drawing/2014/main" id="{C0C18077-3829-4A1D-B973-869FA6D6A01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549397" y="5862356"/>
            <a:ext cx="3087667" cy="184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rgbClr val="1A9AFA"/>
                </a:solidFill>
              </a:defRPr>
            </a:lvl1pPr>
          </a:lstStyle>
          <a:p>
            <a:pPr lvl="0"/>
            <a:r>
              <a:rPr lang="en-US"/>
              <a:t>Client name</a:t>
            </a:r>
            <a:endParaRPr lang="en-GB"/>
          </a:p>
        </p:txBody>
      </p:sp>
      <p:sp>
        <p:nvSpPr>
          <p:cNvPr id="353" name="Text Placeholder 16">
            <a:extLst>
              <a:ext uri="{FF2B5EF4-FFF2-40B4-BE49-F238E27FC236}">
                <a16:creationId xmlns:a16="http://schemas.microsoft.com/office/drawing/2014/main" id="{0E56CFA0-D3C6-452E-8DFA-FE75B6A8F668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549397" y="6104999"/>
            <a:ext cx="3087667" cy="184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rgbClr val="2E2E38"/>
                </a:solidFill>
              </a:defRPr>
            </a:lvl1pPr>
          </a:lstStyle>
          <a:p>
            <a:pPr lvl="0"/>
            <a:r>
              <a:rPr lang="en-US"/>
              <a:t>Additional text if needed</a:t>
            </a:r>
            <a:endParaRPr lang="en-GB"/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CF2BAD60-3442-4E35-A513-743463E51DDA}"/>
              </a:ext>
            </a:extLst>
          </p:cNvPr>
          <p:cNvCxnSpPr>
            <a:cxnSpLocks/>
          </p:cNvCxnSpPr>
          <p:nvPr userDrawn="1"/>
        </p:nvCxnSpPr>
        <p:spPr>
          <a:xfrm>
            <a:off x="1552122" y="5743608"/>
            <a:ext cx="7474055" cy="0"/>
          </a:xfrm>
          <a:prstGeom prst="line">
            <a:avLst/>
          </a:prstGeom>
          <a:ln w="9525" cap="flat" cmpd="sng" algn="ctr">
            <a:solidFill>
              <a:srgbClr val="82829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A893E32-F4C1-4B32-AA48-800A2306B6CA}"/>
              </a:ext>
            </a:extLst>
          </p:cNvPr>
          <p:cNvSpPr txBox="1"/>
          <p:nvPr userDrawn="1"/>
        </p:nvSpPr>
        <p:spPr>
          <a:xfrm>
            <a:off x="610962" y="5630224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>
                <a:solidFill>
                  <a:srgbClr val="82829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Prepared for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DD0AB-B389-4838-A777-D9AD125B3126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069418" y="3750852"/>
            <a:ext cx="3808017" cy="169277"/>
          </a:xfrm>
        </p:spPr>
        <p:txBody>
          <a:bodyPr anchor="b"/>
          <a:lstStyle>
            <a:lvl1pPr marL="0" indent="0" algn="l">
              <a:buFontTx/>
              <a:buNone/>
              <a:defRPr>
                <a:solidFill>
                  <a:srgbClr val="2E2E38"/>
                </a:solidFill>
              </a:defRPr>
            </a:lvl1pPr>
            <a:lvl2pPr marL="171364" indent="0" algn="l">
              <a:buFontTx/>
              <a:buNone/>
              <a:defRPr/>
            </a:lvl2pPr>
            <a:lvl3pPr marL="342729" indent="0" algn="l">
              <a:buFontTx/>
              <a:buNone/>
              <a:defRPr/>
            </a:lvl3pPr>
            <a:lvl4pPr marL="514093" indent="0" algn="l">
              <a:buFontTx/>
              <a:buNone/>
              <a:defRPr/>
            </a:lvl4pPr>
            <a:lvl5pPr marL="685457" indent="0" algn="l">
              <a:buFontTx/>
              <a:buNone/>
              <a:defRPr/>
            </a:lvl5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317137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2448">
          <p15:clr>
            <a:srgbClr val="5ACBF0"/>
          </p15:clr>
        </p15:guide>
        <p15:guide id="3" pos="674">
          <p15:clr>
            <a:srgbClr val="5ACBF0"/>
          </p15:clr>
        </p15:guide>
        <p15:guide id="4" pos="3438">
          <p15:clr>
            <a:srgbClr val="5ACBF0"/>
          </p15:clr>
        </p15:guide>
        <p15:guide id="5" pos="3072">
          <p15:clr>
            <a:srgbClr val="5ACBF0"/>
          </p15:clr>
        </p15:guide>
        <p15:guide id="6" pos="386">
          <p15:clr>
            <a:srgbClr val="5ACBF0"/>
          </p15:clr>
        </p15:guide>
        <p15:guide id="7" orient="horz" pos="3680">
          <p15:clr>
            <a:srgbClr val="5ACBF0"/>
          </p15:clr>
        </p15:guide>
        <p15:guide id="8" orient="horz" pos="3992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3982490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AA3264E-CB34-4429-9275-D4DC18E9B1E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74748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A343A82-E9F8-4308-B804-1ABAAE8F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9600"/>
            <a:ext cx="10974283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rgbClr val="2E2E3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90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P Title only with tra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5998908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AA3264E-CB34-4429-9275-D4DC18E9B1E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74748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80EE2A-EFA5-4EAC-AE92-2E0D2BA02C40}"/>
              </a:ext>
            </a:extLst>
          </p:cNvPr>
          <p:cNvCxnSpPr/>
          <p:nvPr userDrawn="1"/>
        </p:nvCxnSpPr>
        <p:spPr>
          <a:xfrm>
            <a:off x="9520244" y="124522"/>
            <a:ext cx="0" cy="77724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A343A82-E9F8-4308-B804-1ABAAE8F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69600"/>
            <a:ext cx="8843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rgbClr val="2E2E3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027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P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8C62C99B-78B4-4BA5-9FF3-35A1CA77E1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7580916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0" imgH="300" progId="TCLayout.ActiveDocument.1">
                  <p:embed/>
                </p:oleObj>
              </mc:Choice>
              <mc:Fallback>
                <p:oleObj name="think-cell Slide" r:id="rId3" imgW="300" imgH="3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8C62C99B-78B4-4BA5-9FF3-35A1CA77E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1019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YP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8C62C99B-78B4-4BA5-9FF3-35A1CA77E1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922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0" imgH="300" progId="TCLayout.ActiveDocument.1">
                  <p:embed/>
                </p:oleObj>
              </mc:Choice>
              <mc:Fallback>
                <p:oleObj name="think-cell Slide" r:id="rId5" imgW="300" imgH="3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8C62C99B-78B4-4BA5-9FF3-35A1CA77E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9F05E4F-D8F0-4D44-86A8-5013A54F912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8796" b="0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7D397-A728-40AB-ABB1-653C1FBB0A80}"/>
              </a:ext>
            </a:extLst>
          </p:cNvPr>
          <p:cNvSpPr/>
          <p:nvPr userDrawn="1"/>
        </p:nvSpPr>
        <p:spPr>
          <a:xfrm>
            <a:off x="5314540" y="1690755"/>
            <a:ext cx="155367" cy="342721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3943">
              <a:defRPr/>
            </a:pPr>
            <a:endParaRPr lang="en-US" sz="1199">
              <a:solidFill>
                <a:schemeClr val="accent2"/>
              </a:solidFill>
              <a:latin typeface="Arial" panose="020B0604020202020204" pitchFamily="34" charset="0"/>
              <a:sym typeface="EYInterstate Light" panose="02000506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C69B4B-4673-49A0-8104-2D8A36C803F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612445" y="1690755"/>
            <a:ext cx="155367" cy="342721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3943">
              <a:defRPr/>
            </a:pPr>
            <a:endParaRPr lang="en-US" sz="1199">
              <a:solidFill>
                <a:schemeClr val="accent2"/>
              </a:solidFill>
              <a:latin typeface="Arial" panose="020B0604020202020204" pitchFamily="34" charset="0"/>
              <a:sym typeface="EYInterstate Light" panose="02000506000000020004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B3DCAB2-B91A-443F-9914-88E02416CE64}"/>
              </a:ext>
            </a:extLst>
          </p:cNvPr>
          <p:cNvGrpSpPr/>
          <p:nvPr userDrawn="1"/>
        </p:nvGrpSpPr>
        <p:grpSpPr>
          <a:xfrm>
            <a:off x="10624714" y="6361635"/>
            <a:ext cx="955115" cy="308390"/>
            <a:chOff x="2703513" y="2332038"/>
            <a:chExt cx="6784975" cy="2190751"/>
          </a:xfrm>
        </p:grpSpPr>
        <p:sp>
          <p:nvSpPr>
            <p:cNvPr id="10" name="Freeform 115">
              <a:extLst>
                <a:ext uri="{FF2B5EF4-FFF2-40B4-BE49-F238E27FC236}">
                  <a16:creationId xmlns:a16="http://schemas.microsoft.com/office/drawing/2014/main" id="{652BAAF0-16AE-4705-B6E6-B476053E22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29176" y="3757613"/>
              <a:ext cx="554038" cy="754063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943"/>
              <a:endParaRPr lang="en-US" sz="1799">
                <a:solidFill>
                  <a:srgbClr val="FFFFFF"/>
                </a:solidFill>
                <a:latin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1" name="Freeform 116">
              <a:extLst>
                <a:ext uri="{FF2B5EF4-FFF2-40B4-BE49-F238E27FC236}">
                  <a16:creationId xmlns:a16="http://schemas.microsoft.com/office/drawing/2014/main" id="{D2EF91BE-682A-4532-B464-8200674864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21313" y="3933826"/>
              <a:ext cx="457200" cy="58896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943"/>
              <a:endParaRPr lang="en-US" sz="1799">
                <a:solidFill>
                  <a:srgbClr val="FFFFFF"/>
                </a:solidFill>
                <a:latin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3" name="Freeform 117">
              <a:extLst>
                <a:ext uri="{FF2B5EF4-FFF2-40B4-BE49-F238E27FC236}">
                  <a16:creationId xmlns:a16="http://schemas.microsoft.com/office/drawing/2014/main" id="{4A33254D-57AC-4A40-AFAC-EFCF1562BA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86463" y="3933826"/>
              <a:ext cx="333375" cy="577850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943"/>
              <a:endParaRPr lang="en-US" sz="1799">
                <a:solidFill>
                  <a:srgbClr val="FFFFFF"/>
                </a:solidFill>
                <a:latin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4" name="Freeform 118">
              <a:extLst>
                <a:ext uri="{FF2B5EF4-FFF2-40B4-BE49-F238E27FC236}">
                  <a16:creationId xmlns:a16="http://schemas.microsoft.com/office/drawing/2014/main" id="{D84FFE8D-E489-4D0A-A707-D7AB8B8976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88101" y="3727451"/>
              <a:ext cx="325438" cy="795338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943"/>
              <a:endParaRPr lang="en-US" sz="1799">
                <a:solidFill>
                  <a:srgbClr val="FFFFFF"/>
                </a:solidFill>
                <a:latin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5" name="Freeform 119">
              <a:extLst>
                <a:ext uri="{FF2B5EF4-FFF2-40B4-BE49-F238E27FC236}">
                  <a16:creationId xmlns:a16="http://schemas.microsoft.com/office/drawing/2014/main" id="{B1E62348-04E6-4D98-80AC-34FA77CB46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18313" y="3727451"/>
              <a:ext cx="452438" cy="784225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943"/>
              <a:endParaRPr lang="en-US" sz="1799">
                <a:solidFill>
                  <a:srgbClr val="FFFFFF"/>
                </a:solidFill>
                <a:latin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6" name="Freeform 120">
              <a:extLst>
                <a:ext uri="{FF2B5EF4-FFF2-40B4-BE49-F238E27FC236}">
                  <a16:creationId xmlns:a16="http://schemas.microsoft.com/office/drawing/2014/main" id="{87CA29A0-5760-469A-BDA1-307578404B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50126" y="3933826"/>
              <a:ext cx="485775" cy="58896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943"/>
              <a:endParaRPr lang="en-US" sz="1799">
                <a:solidFill>
                  <a:srgbClr val="FFFFFF"/>
                </a:solidFill>
                <a:latin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7" name="Freeform 121">
              <a:extLst>
                <a:ext uri="{FF2B5EF4-FFF2-40B4-BE49-F238E27FC236}">
                  <a16:creationId xmlns:a16="http://schemas.microsoft.com/office/drawing/2014/main" id="{16FB5E4B-09AB-45F6-801B-CCE45408CE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8451" y="3933826"/>
              <a:ext cx="449263" cy="577850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943"/>
              <a:endParaRPr lang="en-US" sz="1799">
                <a:solidFill>
                  <a:srgbClr val="FFFFFF"/>
                </a:solidFill>
                <a:latin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8" name="Freeform 122">
              <a:extLst>
                <a:ext uri="{FF2B5EF4-FFF2-40B4-BE49-F238E27FC236}">
                  <a16:creationId xmlns:a16="http://schemas.microsoft.com/office/drawing/2014/main" id="{609CB27B-4331-4FE1-AD90-C10D8D3BDD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50263" y="3933826"/>
              <a:ext cx="501650" cy="58896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943"/>
              <a:endParaRPr lang="en-US" sz="1799">
                <a:solidFill>
                  <a:srgbClr val="FFFFFF"/>
                </a:solidFill>
                <a:latin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19" name="Freeform 123">
              <a:extLst>
                <a:ext uri="{FF2B5EF4-FFF2-40B4-BE49-F238E27FC236}">
                  <a16:creationId xmlns:a16="http://schemas.microsoft.com/office/drawing/2014/main" id="{43F74592-80B6-4D87-B145-505B1977A0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34463" y="3933826"/>
              <a:ext cx="454025" cy="577850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943"/>
              <a:endParaRPr lang="en-US" sz="1799">
                <a:solidFill>
                  <a:srgbClr val="FFFFFF"/>
                </a:solidFill>
                <a:latin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0" name="Freeform 124">
              <a:extLst>
                <a:ext uri="{FF2B5EF4-FFF2-40B4-BE49-F238E27FC236}">
                  <a16:creationId xmlns:a16="http://schemas.microsoft.com/office/drawing/2014/main" id="{7D676B30-EC7E-401F-9A57-BA2AB24C2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03513" y="2332038"/>
              <a:ext cx="2125663" cy="776288"/>
            </a:xfrm>
            <a:custGeom>
              <a:avLst/>
              <a:gdLst>
                <a:gd name="T0" fmla="*/ 1339 w 1339"/>
                <a:gd name="T1" fmla="*/ 0 h 489"/>
                <a:gd name="T2" fmla="*/ 0 w 1339"/>
                <a:gd name="T3" fmla="*/ 489 h 489"/>
                <a:gd name="T4" fmla="*/ 1339 w 1339"/>
                <a:gd name="T5" fmla="*/ 253 h 489"/>
                <a:gd name="T6" fmla="*/ 1339 w 1339"/>
                <a:gd name="T7" fmla="*/ 0 h 489"/>
                <a:gd name="T8" fmla="*/ 1339 w 1339"/>
                <a:gd name="T9" fmla="*/ 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9" h="489">
                  <a:moveTo>
                    <a:pt x="1339" y="0"/>
                  </a:moveTo>
                  <a:lnTo>
                    <a:pt x="0" y="489"/>
                  </a:lnTo>
                  <a:lnTo>
                    <a:pt x="1339" y="253"/>
                  </a:lnTo>
                  <a:lnTo>
                    <a:pt x="1339" y="0"/>
                  </a:lnTo>
                  <a:lnTo>
                    <a:pt x="133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943"/>
              <a:endParaRPr lang="en-US" sz="1799">
                <a:solidFill>
                  <a:srgbClr val="FFFFFF"/>
                </a:solidFill>
                <a:latin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  <p:sp>
          <p:nvSpPr>
            <p:cNvPr id="21" name="Freeform 125">
              <a:extLst>
                <a:ext uri="{FF2B5EF4-FFF2-40B4-BE49-F238E27FC236}">
                  <a16:creationId xmlns:a16="http://schemas.microsoft.com/office/drawing/2014/main" id="{520D90DF-5619-47BF-9460-2A44BED01B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20976" y="3430588"/>
              <a:ext cx="1787525" cy="1081088"/>
            </a:xfrm>
            <a:custGeom>
              <a:avLst/>
              <a:gdLst>
                <a:gd name="T0" fmla="*/ 904 w 1126"/>
                <a:gd name="T1" fmla="*/ 0 h 681"/>
                <a:gd name="T2" fmla="*/ 788 w 1126"/>
                <a:gd name="T3" fmla="*/ 222 h 681"/>
                <a:gd name="T4" fmla="*/ 673 w 1126"/>
                <a:gd name="T5" fmla="*/ 0 h 681"/>
                <a:gd name="T6" fmla="*/ 449 w 1126"/>
                <a:gd name="T7" fmla="*/ 0 h 681"/>
                <a:gd name="T8" fmla="*/ 687 w 1126"/>
                <a:gd name="T9" fmla="*/ 411 h 681"/>
                <a:gd name="T10" fmla="*/ 687 w 1126"/>
                <a:gd name="T11" fmla="*/ 681 h 681"/>
                <a:gd name="T12" fmla="*/ 887 w 1126"/>
                <a:gd name="T13" fmla="*/ 681 h 681"/>
                <a:gd name="T14" fmla="*/ 887 w 1126"/>
                <a:gd name="T15" fmla="*/ 411 h 681"/>
                <a:gd name="T16" fmla="*/ 1126 w 1126"/>
                <a:gd name="T17" fmla="*/ 0 h 681"/>
                <a:gd name="T18" fmla="*/ 904 w 1126"/>
                <a:gd name="T19" fmla="*/ 0 h 681"/>
                <a:gd name="T20" fmla="*/ 0 w 1126"/>
                <a:gd name="T21" fmla="*/ 0 h 681"/>
                <a:gd name="T22" fmla="*/ 0 w 1126"/>
                <a:gd name="T23" fmla="*/ 681 h 681"/>
                <a:gd name="T24" fmla="*/ 543 w 1126"/>
                <a:gd name="T25" fmla="*/ 681 h 681"/>
                <a:gd name="T26" fmla="*/ 543 w 1126"/>
                <a:gd name="T27" fmla="*/ 525 h 681"/>
                <a:gd name="T28" fmla="*/ 203 w 1126"/>
                <a:gd name="T29" fmla="*/ 525 h 681"/>
                <a:gd name="T30" fmla="*/ 203 w 1126"/>
                <a:gd name="T31" fmla="*/ 411 h 681"/>
                <a:gd name="T32" fmla="*/ 449 w 1126"/>
                <a:gd name="T33" fmla="*/ 411 h 681"/>
                <a:gd name="T34" fmla="*/ 449 w 1126"/>
                <a:gd name="T35" fmla="*/ 269 h 681"/>
                <a:gd name="T36" fmla="*/ 203 w 1126"/>
                <a:gd name="T37" fmla="*/ 269 h 681"/>
                <a:gd name="T38" fmla="*/ 203 w 1126"/>
                <a:gd name="T39" fmla="*/ 156 h 681"/>
                <a:gd name="T40" fmla="*/ 475 w 1126"/>
                <a:gd name="T41" fmla="*/ 156 h 681"/>
                <a:gd name="T42" fmla="*/ 385 w 1126"/>
                <a:gd name="T43" fmla="*/ 0 h 681"/>
                <a:gd name="T44" fmla="*/ 0 w 1126"/>
                <a:gd name="T45" fmla="*/ 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26" h="681">
                  <a:moveTo>
                    <a:pt x="904" y="0"/>
                  </a:moveTo>
                  <a:lnTo>
                    <a:pt x="788" y="222"/>
                  </a:lnTo>
                  <a:lnTo>
                    <a:pt x="673" y="0"/>
                  </a:lnTo>
                  <a:lnTo>
                    <a:pt x="449" y="0"/>
                  </a:lnTo>
                  <a:lnTo>
                    <a:pt x="687" y="411"/>
                  </a:lnTo>
                  <a:lnTo>
                    <a:pt x="687" y="681"/>
                  </a:lnTo>
                  <a:lnTo>
                    <a:pt x="887" y="681"/>
                  </a:lnTo>
                  <a:lnTo>
                    <a:pt x="887" y="411"/>
                  </a:lnTo>
                  <a:lnTo>
                    <a:pt x="1126" y="0"/>
                  </a:lnTo>
                  <a:lnTo>
                    <a:pt x="904" y="0"/>
                  </a:lnTo>
                  <a:close/>
                  <a:moveTo>
                    <a:pt x="0" y="0"/>
                  </a:moveTo>
                  <a:lnTo>
                    <a:pt x="0" y="681"/>
                  </a:lnTo>
                  <a:lnTo>
                    <a:pt x="543" y="681"/>
                  </a:lnTo>
                  <a:lnTo>
                    <a:pt x="543" y="525"/>
                  </a:lnTo>
                  <a:lnTo>
                    <a:pt x="203" y="525"/>
                  </a:lnTo>
                  <a:lnTo>
                    <a:pt x="203" y="411"/>
                  </a:lnTo>
                  <a:lnTo>
                    <a:pt x="449" y="411"/>
                  </a:lnTo>
                  <a:lnTo>
                    <a:pt x="449" y="269"/>
                  </a:lnTo>
                  <a:lnTo>
                    <a:pt x="203" y="269"/>
                  </a:lnTo>
                  <a:lnTo>
                    <a:pt x="203" y="156"/>
                  </a:lnTo>
                  <a:lnTo>
                    <a:pt x="475" y="156"/>
                  </a:lnTo>
                  <a:lnTo>
                    <a:pt x="3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943"/>
              <a:endParaRPr lang="en-US" sz="1799">
                <a:solidFill>
                  <a:srgbClr val="FFFFFF"/>
                </a:solidFill>
                <a:latin typeface="Arial" panose="020B0604020202020204" pitchFamily="34" charset="0"/>
                <a:sym typeface="EYInterstate Light" panose="02000506000000020004" pitchFamily="2" charset="0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3E99FEC1-B3D2-4851-9FA8-9723F33D4E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1594" y="2294975"/>
            <a:ext cx="3792785" cy="868680"/>
          </a:xfrm>
          <a:prstGeom prst="rect">
            <a:avLst/>
          </a:prstGeom>
        </p:spPr>
        <p:txBody>
          <a:bodyPr vert="horz"/>
          <a:lstStyle>
            <a:lvl1pPr marL="0" algn="l" defTabSz="913943" rtl="0" eaLnBrk="1" latinLnBrk="0" hangingPunct="1">
              <a:lnSpc>
                <a:spcPct val="85000"/>
              </a:lnSpc>
              <a:spcAft>
                <a:spcPts val="600"/>
              </a:spcAft>
              <a:buClr>
                <a:srgbClr val="2E2E38"/>
              </a:buClr>
              <a:buSzPct val="70000"/>
              <a:defRPr lang="en-GB" sz="8796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defTabSz="913943">
              <a:lnSpc>
                <a:spcPct val="85000"/>
              </a:lnSpc>
              <a:spcAft>
                <a:spcPts val="600"/>
              </a:spcAft>
              <a:buClr>
                <a:srgbClr val="2E2E38"/>
              </a:buClr>
              <a:buSzPct val="70000"/>
              <a:defRPr/>
            </a:pPr>
            <a:r>
              <a:rPr lang="en-US" sz="8796">
                <a:solidFill>
                  <a:schemeClr val="bg1"/>
                </a:solidFill>
                <a:latin typeface="Arial" panose="020B0604020202020204" pitchFamily="34" charset="0"/>
                <a:sym typeface="EYInterstate Light" panose="02000506000000020004" pitchFamily="2" charset="0"/>
              </a:rPr>
              <a:t>00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91797F5C-8885-4D55-ABF2-5C5BEE9F9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594" y="3449320"/>
            <a:ext cx="4270326" cy="738664"/>
          </a:xfrm>
          <a:prstGeom prst="rect">
            <a:avLst/>
          </a:prstGeom>
          <a:solidFill>
            <a:schemeClr val="tx1">
              <a:alpha val="74000"/>
            </a:schemeClr>
          </a:solidFill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itchFamily="34" charset="0"/>
                <a:sym typeface="Arial" panose="020B0604020202020204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6" name="Picture 5" descr="Close-up of machine gears">
            <a:extLst>
              <a:ext uri="{FF2B5EF4-FFF2-40B4-BE49-F238E27FC236}">
                <a16:creationId xmlns:a16="http://schemas.microsoft.com/office/drawing/2014/main" id="{0DD9D19C-50AD-DE9B-D71C-BD1D991ED2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03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47FD14B-DB4A-14E9-4ECF-7ED1E9808F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1252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7FD14B-DB4A-14E9-4ECF-7ED1E9808F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A3C26D1B-E44E-200F-409F-5CC54ED5CF33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005026"/>
            <a:ext cx="11224347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4570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97E4BB0-9139-EE0B-2133-46B4478E91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97338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7E4BB0-9139-EE0B-2133-46B4478E91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79B824B2-861C-B5F6-96F5-BD66A482050C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005026"/>
            <a:ext cx="11224347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901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4558E8-2DCD-A851-813F-408E973815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0902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4558E8-2DCD-A851-813F-408E973815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70017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8" y="1411287"/>
            <a:ext cx="3570017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3" y="1411287"/>
            <a:ext cx="3570017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9C2F3D3D-E843-6924-653B-F9E969E06D84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005026"/>
            <a:ext cx="11224347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4BB767-F23F-7FBE-357D-B4DCD5C38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038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CC15FAE-771A-94D1-3C2D-B4B900A47C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30405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C15FAE-771A-94D1-3C2D-B4B900A47C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2" y="1411287"/>
            <a:ext cx="3571200" cy="4638675"/>
          </a:xfrm>
          <a:prstGeom prst="rect">
            <a:avLst/>
          </a:prstGeom>
          <a:solidFill>
            <a:schemeClr val="accent3">
              <a:alpha val="25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222" y="1411287"/>
            <a:ext cx="3571200" cy="4638675"/>
          </a:xfrm>
          <a:prstGeom prst="rect">
            <a:avLst/>
          </a:prstGeom>
          <a:solidFill>
            <a:schemeClr val="accent3">
              <a:alpha val="25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8670" y="1411287"/>
            <a:ext cx="3571200" cy="4638675"/>
          </a:xfrm>
          <a:prstGeom prst="rect">
            <a:avLst/>
          </a:prstGeom>
          <a:solidFill>
            <a:schemeClr val="accent3">
              <a:alpha val="25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222" y="1411287"/>
            <a:ext cx="3571200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8670" y="1411287"/>
            <a:ext cx="3571200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9097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70D8-D383-1D9F-8712-6D86F7CC73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484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70D8-D383-1D9F-8712-6D86F7CC73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372" y="1411287"/>
            <a:ext cx="2548800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221" y="1411287"/>
            <a:ext cx="2548800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070" y="1411287"/>
            <a:ext cx="2548800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86C86ABC-6979-1E9F-A6F3-8F34A358B12F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85523" y="1005026"/>
            <a:ext cx="11224347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396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1170621-92AA-2BF4-B67F-89F0EA8F7C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2709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170621-92AA-2BF4-B67F-89F0EA8F7C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2219326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455" y="1411287"/>
            <a:ext cx="2548800" cy="2219326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388" y="1411287"/>
            <a:ext cx="2548800" cy="2219326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321" y="1411287"/>
            <a:ext cx="2548800" cy="2219326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91EC5-9CD6-B52C-F192-1D28C197D5E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85523" y="3830636"/>
            <a:ext cx="2548800" cy="2219326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F5F74F9-864E-3DD7-6291-763A9D830F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377372" y="3830636"/>
            <a:ext cx="2548800" cy="2219326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EC6B6C9-6D62-F36C-8404-9E032EF106E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69221" y="3830636"/>
            <a:ext cx="2548800" cy="2219326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7F9E8A1-A5A0-CC6C-3FD8-D24AC966E14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61070" y="3830636"/>
            <a:ext cx="2548800" cy="2219326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697662F9-EE83-592F-ECD5-4C66089C580B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>
          <a:xfrm>
            <a:off x="485523" y="1005026"/>
            <a:ext cx="11224347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3338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EDD462E-26CF-DD43-3B4B-F34128AB4B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19665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DD462E-26CF-DD43-3B4B-F34128AB4B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5610479" cy="4638673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martArt Placeholder 30">
            <a:extLst>
              <a:ext uri="{FF2B5EF4-FFF2-40B4-BE49-F238E27FC236}">
                <a16:creationId xmlns:a16="http://schemas.microsoft.com/office/drawing/2014/main" id="{556FF509-57A7-33AB-5FC9-C87F0A8FB898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10864485" y="6275796"/>
            <a:ext cx="346392" cy="126450"/>
          </a:xfrm>
          <a:custGeom>
            <a:avLst/>
            <a:gdLst>
              <a:gd name="connsiteX0" fmla="*/ 346392 w 346392"/>
              <a:gd name="connsiteY0" fmla="*/ 0 h 126450"/>
              <a:gd name="connsiteX1" fmla="*/ 346392 w 346392"/>
              <a:gd name="connsiteY1" fmla="*/ 65422 h 126450"/>
              <a:gd name="connsiteX2" fmla="*/ 0 w 346392"/>
              <a:gd name="connsiteY2" fmla="*/ 126450 h 12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392" h="126450">
                <a:moveTo>
                  <a:pt x="346392" y="0"/>
                </a:moveTo>
                <a:lnTo>
                  <a:pt x="346392" y="65422"/>
                </a:lnTo>
                <a:lnTo>
                  <a:pt x="0" y="126450"/>
                </a:lnTo>
                <a:close/>
              </a:path>
            </a:pathLst>
          </a:custGeom>
          <a:solidFill>
            <a:srgbClr val="FBE74D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SmartArt Placeholder 29">
            <a:extLst>
              <a:ext uri="{FF2B5EF4-FFF2-40B4-BE49-F238E27FC236}">
                <a16:creationId xmlns:a16="http://schemas.microsoft.com/office/drawing/2014/main" id="{D32A5FBB-EEA8-F787-574B-A79B05941EB8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10867415" y="6454973"/>
            <a:ext cx="290979" cy="175270"/>
          </a:xfrm>
          <a:custGeom>
            <a:avLst/>
            <a:gdLst>
              <a:gd name="connsiteX0" fmla="*/ 115952 w 290979"/>
              <a:gd name="connsiteY0" fmla="*/ 0 h 175270"/>
              <a:gd name="connsiteX1" fmla="*/ 174051 w 290979"/>
              <a:gd name="connsiteY1" fmla="*/ 0 h 175270"/>
              <a:gd name="connsiteX2" fmla="*/ 203832 w 290979"/>
              <a:gd name="connsiteY2" fmla="*/ 57122 h 175270"/>
              <a:gd name="connsiteX3" fmla="*/ 233614 w 290979"/>
              <a:gd name="connsiteY3" fmla="*/ 0 h 175270"/>
              <a:gd name="connsiteX4" fmla="*/ 290979 w 290979"/>
              <a:gd name="connsiteY4" fmla="*/ 0 h 175270"/>
              <a:gd name="connsiteX5" fmla="*/ 229708 w 290979"/>
              <a:gd name="connsiteY5" fmla="*/ 105944 h 175270"/>
              <a:gd name="connsiteX6" fmla="*/ 229708 w 290979"/>
              <a:gd name="connsiteY6" fmla="*/ 175270 h 175270"/>
              <a:gd name="connsiteX7" fmla="*/ 177224 w 290979"/>
              <a:gd name="connsiteY7" fmla="*/ 175270 h 175270"/>
              <a:gd name="connsiteX8" fmla="*/ 177224 w 290979"/>
              <a:gd name="connsiteY8" fmla="*/ 105944 h 175270"/>
              <a:gd name="connsiteX9" fmla="*/ 0 w 290979"/>
              <a:gd name="connsiteY9" fmla="*/ 0 h 175270"/>
              <a:gd name="connsiteX10" fmla="*/ 99597 w 290979"/>
              <a:gd name="connsiteY10" fmla="*/ 0 h 175270"/>
              <a:gd name="connsiteX11" fmla="*/ 122788 w 290979"/>
              <a:gd name="connsiteY11" fmla="*/ 40278 h 175270"/>
              <a:gd name="connsiteX12" fmla="*/ 52484 w 290979"/>
              <a:gd name="connsiteY12" fmla="*/ 40278 h 175270"/>
              <a:gd name="connsiteX13" fmla="*/ 52484 w 290979"/>
              <a:gd name="connsiteY13" fmla="*/ 69327 h 175270"/>
              <a:gd name="connsiteX14" fmla="*/ 115952 w 290979"/>
              <a:gd name="connsiteY14" fmla="*/ 69327 h 175270"/>
              <a:gd name="connsiteX15" fmla="*/ 115952 w 290979"/>
              <a:gd name="connsiteY15" fmla="*/ 106188 h 175270"/>
              <a:gd name="connsiteX16" fmla="*/ 52484 w 290979"/>
              <a:gd name="connsiteY16" fmla="*/ 106188 h 175270"/>
              <a:gd name="connsiteX17" fmla="*/ 52484 w 290979"/>
              <a:gd name="connsiteY17" fmla="*/ 134992 h 175270"/>
              <a:gd name="connsiteX18" fmla="*/ 140119 w 290979"/>
              <a:gd name="connsiteY18" fmla="*/ 134992 h 175270"/>
              <a:gd name="connsiteX19" fmla="*/ 140119 w 290979"/>
              <a:gd name="connsiteY19" fmla="*/ 175270 h 175270"/>
              <a:gd name="connsiteX20" fmla="*/ 0 w 290979"/>
              <a:gd name="connsiteY20" fmla="*/ 175270 h 175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0979" h="175270">
                <a:moveTo>
                  <a:pt x="115952" y="0"/>
                </a:moveTo>
                <a:lnTo>
                  <a:pt x="174051" y="0"/>
                </a:lnTo>
                <a:lnTo>
                  <a:pt x="203832" y="57122"/>
                </a:lnTo>
                <a:lnTo>
                  <a:pt x="233614" y="0"/>
                </a:lnTo>
                <a:lnTo>
                  <a:pt x="290979" y="0"/>
                </a:lnTo>
                <a:lnTo>
                  <a:pt x="229708" y="105944"/>
                </a:lnTo>
                <a:lnTo>
                  <a:pt x="229708" y="175270"/>
                </a:lnTo>
                <a:lnTo>
                  <a:pt x="177224" y="175270"/>
                </a:lnTo>
                <a:lnTo>
                  <a:pt x="177224" y="105944"/>
                </a:lnTo>
                <a:close/>
                <a:moveTo>
                  <a:pt x="0" y="0"/>
                </a:moveTo>
                <a:lnTo>
                  <a:pt x="99597" y="0"/>
                </a:lnTo>
                <a:lnTo>
                  <a:pt x="122788" y="40278"/>
                </a:lnTo>
                <a:lnTo>
                  <a:pt x="52484" y="40278"/>
                </a:lnTo>
                <a:lnTo>
                  <a:pt x="52484" y="69327"/>
                </a:lnTo>
                <a:lnTo>
                  <a:pt x="115952" y="69327"/>
                </a:lnTo>
                <a:lnTo>
                  <a:pt x="115952" y="106188"/>
                </a:lnTo>
                <a:lnTo>
                  <a:pt x="52484" y="106188"/>
                </a:lnTo>
                <a:lnTo>
                  <a:pt x="52484" y="134992"/>
                </a:lnTo>
                <a:lnTo>
                  <a:pt x="140119" y="134992"/>
                </a:lnTo>
                <a:lnTo>
                  <a:pt x="140119" y="175270"/>
                </a:lnTo>
                <a:lnTo>
                  <a:pt x="0" y="17527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5" name="SmartArt Placeholder 28">
            <a:extLst>
              <a:ext uri="{FF2B5EF4-FFF2-40B4-BE49-F238E27FC236}">
                <a16:creationId xmlns:a16="http://schemas.microsoft.com/office/drawing/2014/main" id="{66CFEC76-5532-C770-4118-26D8081631FD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11211121" y="6502575"/>
            <a:ext cx="758937" cy="129623"/>
          </a:xfrm>
          <a:custGeom>
            <a:avLst/>
            <a:gdLst>
              <a:gd name="connsiteX0" fmla="*/ 132308 w 758937"/>
              <a:gd name="connsiteY0" fmla="*/ 84218 h 129623"/>
              <a:gd name="connsiteX1" fmla="*/ 118637 w 758937"/>
              <a:gd name="connsiteY1" fmla="*/ 87880 h 129623"/>
              <a:gd name="connsiteX2" fmla="*/ 113511 w 758937"/>
              <a:gd name="connsiteY2" fmla="*/ 97888 h 129623"/>
              <a:gd name="connsiteX3" fmla="*/ 114976 w 758937"/>
              <a:gd name="connsiteY3" fmla="*/ 104723 h 129623"/>
              <a:gd name="connsiteX4" fmla="*/ 118637 w 758937"/>
              <a:gd name="connsiteY4" fmla="*/ 109361 h 129623"/>
              <a:gd name="connsiteX5" fmla="*/ 123764 w 758937"/>
              <a:gd name="connsiteY5" fmla="*/ 112046 h 129623"/>
              <a:gd name="connsiteX6" fmla="*/ 131087 w 758937"/>
              <a:gd name="connsiteY6" fmla="*/ 113023 h 129623"/>
              <a:gd name="connsiteX7" fmla="*/ 137922 w 758937"/>
              <a:gd name="connsiteY7" fmla="*/ 112046 h 129623"/>
              <a:gd name="connsiteX8" fmla="*/ 144269 w 758937"/>
              <a:gd name="connsiteY8" fmla="*/ 109361 h 129623"/>
              <a:gd name="connsiteX9" fmla="*/ 149395 w 758937"/>
              <a:gd name="connsiteY9" fmla="*/ 105699 h 129623"/>
              <a:gd name="connsiteX10" fmla="*/ 153301 w 758937"/>
              <a:gd name="connsiteY10" fmla="*/ 101550 h 129623"/>
              <a:gd name="connsiteX11" fmla="*/ 153301 w 758937"/>
              <a:gd name="connsiteY11" fmla="*/ 88368 h 129623"/>
              <a:gd name="connsiteX12" fmla="*/ 148663 w 758937"/>
              <a:gd name="connsiteY12" fmla="*/ 86415 h 129623"/>
              <a:gd name="connsiteX13" fmla="*/ 144513 w 758937"/>
              <a:gd name="connsiteY13" fmla="*/ 85194 h 129623"/>
              <a:gd name="connsiteX14" fmla="*/ 139143 w 758937"/>
              <a:gd name="connsiteY14" fmla="*/ 84462 h 129623"/>
              <a:gd name="connsiteX15" fmla="*/ 132308 w 758937"/>
              <a:gd name="connsiteY15" fmla="*/ 84218 h 129623"/>
              <a:gd name="connsiteX16" fmla="*/ 630291 w 758937"/>
              <a:gd name="connsiteY16" fmla="*/ 51019 h 129623"/>
              <a:gd name="connsiteX17" fmla="*/ 621015 w 758937"/>
              <a:gd name="connsiteY17" fmla="*/ 53216 h 129623"/>
              <a:gd name="connsiteX18" fmla="*/ 614180 w 758937"/>
              <a:gd name="connsiteY18" fmla="*/ 59319 h 129623"/>
              <a:gd name="connsiteX19" fmla="*/ 609786 w 758937"/>
              <a:gd name="connsiteY19" fmla="*/ 68839 h 129623"/>
              <a:gd name="connsiteX20" fmla="*/ 608321 w 758937"/>
              <a:gd name="connsiteY20" fmla="*/ 81289 h 129623"/>
              <a:gd name="connsiteX21" fmla="*/ 610030 w 758937"/>
              <a:gd name="connsiteY21" fmla="*/ 94715 h 129623"/>
              <a:gd name="connsiteX22" fmla="*/ 614668 w 758937"/>
              <a:gd name="connsiteY22" fmla="*/ 104479 h 129623"/>
              <a:gd name="connsiteX23" fmla="*/ 621991 w 758937"/>
              <a:gd name="connsiteY23" fmla="*/ 110338 h 129623"/>
              <a:gd name="connsiteX24" fmla="*/ 631268 w 758937"/>
              <a:gd name="connsiteY24" fmla="*/ 112291 h 129623"/>
              <a:gd name="connsiteX25" fmla="*/ 640544 w 758937"/>
              <a:gd name="connsiteY25" fmla="*/ 109849 h 129623"/>
              <a:gd name="connsiteX26" fmla="*/ 647623 w 758937"/>
              <a:gd name="connsiteY26" fmla="*/ 103259 h 129623"/>
              <a:gd name="connsiteX27" fmla="*/ 652261 w 758937"/>
              <a:gd name="connsiteY27" fmla="*/ 93494 h 129623"/>
              <a:gd name="connsiteX28" fmla="*/ 653726 w 758937"/>
              <a:gd name="connsiteY28" fmla="*/ 81777 h 129623"/>
              <a:gd name="connsiteX29" fmla="*/ 652017 w 758937"/>
              <a:gd name="connsiteY29" fmla="*/ 69083 h 129623"/>
              <a:gd name="connsiteX30" fmla="*/ 647379 w 758937"/>
              <a:gd name="connsiteY30" fmla="*/ 59319 h 129623"/>
              <a:gd name="connsiteX31" fmla="*/ 640056 w 758937"/>
              <a:gd name="connsiteY31" fmla="*/ 53216 h 129623"/>
              <a:gd name="connsiteX32" fmla="*/ 630291 w 758937"/>
              <a:gd name="connsiteY32" fmla="*/ 51019 h 129623"/>
              <a:gd name="connsiteX33" fmla="*/ 449650 w 758937"/>
              <a:gd name="connsiteY33" fmla="*/ 50287 h 129623"/>
              <a:gd name="connsiteX34" fmla="*/ 441351 w 758937"/>
              <a:gd name="connsiteY34" fmla="*/ 51751 h 129623"/>
              <a:gd name="connsiteX35" fmla="*/ 435248 w 758937"/>
              <a:gd name="connsiteY35" fmla="*/ 56145 h 129623"/>
              <a:gd name="connsiteX36" fmla="*/ 431098 w 758937"/>
              <a:gd name="connsiteY36" fmla="*/ 63225 h 129623"/>
              <a:gd name="connsiteX37" fmla="*/ 428901 w 758937"/>
              <a:gd name="connsiteY37" fmla="*/ 72989 h 129623"/>
              <a:gd name="connsiteX38" fmla="*/ 471329 w 758937"/>
              <a:gd name="connsiteY38" fmla="*/ 72989 h 129623"/>
              <a:gd name="connsiteX39" fmla="*/ 471376 w 758937"/>
              <a:gd name="connsiteY39" fmla="*/ 73233 h 129623"/>
              <a:gd name="connsiteX40" fmla="*/ 471376 w 758937"/>
              <a:gd name="connsiteY40" fmla="*/ 72989 h 129623"/>
              <a:gd name="connsiteX41" fmla="*/ 471329 w 758937"/>
              <a:gd name="connsiteY41" fmla="*/ 72989 h 129623"/>
              <a:gd name="connsiteX42" fmla="*/ 469667 w 758937"/>
              <a:gd name="connsiteY42" fmla="*/ 64445 h 129623"/>
              <a:gd name="connsiteX43" fmla="*/ 465762 w 758937"/>
              <a:gd name="connsiteY43" fmla="*/ 57122 h 129623"/>
              <a:gd name="connsiteX44" fmla="*/ 459171 w 758937"/>
              <a:gd name="connsiteY44" fmla="*/ 52240 h 129623"/>
              <a:gd name="connsiteX45" fmla="*/ 449650 w 758937"/>
              <a:gd name="connsiteY45" fmla="*/ 50287 h 129623"/>
              <a:gd name="connsiteX46" fmla="*/ 227510 w 758937"/>
              <a:gd name="connsiteY46" fmla="*/ 34419 h 129623"/>
              <a:gd name="connsiteX47" fmla="*/ 236786 w 758937"/>
              <a:gd name="connsiteY47" fmla="*/ 35396 h 129623"/>
              <a:gd name="connsiteX48" fmla="*/ 243133 w 758937"/>
              <a:gd name="connsiteY48" fmla="*/ 38325 h 129623"/>
              <a:gd name="connsiteX49" fmla="*/ 238251 w 758937"/>
              <a:gd name="connsiteY49" fmla="*/ 54924 h 129623"/>
              <a:gd name="connsiteX50" fmla="*/ 232148 w 758937"/>
              <a:gd name="connsiteY50" fmla="*/ 52483 h 129623"/>
              <a:gd name="connsiteX51" fmla="*/ 224581 w 758937"/>
              <a:gd name="connsiteY51" fmla="*/ 51751 h 129623"/>
              <a:gd name="connsiteX52" fmla="*/ 211155 w 758937"/>
              <a:gd name="connsiteY52" fmla="*/ 57610 h 129623"/>
              <a:gd name="connsiteX53" fmla="*/ 206517 w 758937"/>
              <a:gd name="connsiteY53" fmla="*/ 75430 h 129623"/>
              <a:gd name="connsiteX54" fmla="*/ 206517 w 758937"/>
              <a:gd name="connsiteY54" fmla="*/ 127914 h 129623"/>
              <a:gd name="connsiteX55" fmla="*/ 188453 w 758937"/>
              <a:gd name="connsiteY55" fmla="*/ 127914 h 129623"/>
              <a:gd name="connsiteX56" fmla="*/ 188453 w 758937"/>
              <a:gd name="connsiteY56" fmla="*/ 36128 h 129623"/>
              <a:gd name="connsiteX57" fmla="*/ 206517 w 758937"/>
              <a:gd name="connsiteY57" fmla="*/ 36128 h 129623"/>
              <a:gd name="connsiteX58" fmla="*/ 206517 w 758937"/>
              <a:gd name="connsiteY58" fmla="*/ 44916 h 129623"/>
              <a:gd name="connsiteX59" fmla="*/ 210179 w 758937"/>
              <a:gd name="connsiteY59" fmla="*/ 40766 h 129623"/>
              <a:gd name="connsiteX60" fmla="*/ 215061 w 758937"/>
              <a:gd name="connsiteY60" fmla="*/ 37349 h 129623"/>
              <a:gd name="connsiteX61" fmla="*/ 220919 w 758937"/>
              <a:gd name="connsiteY61" fmla="*/ 35152 h 129623"/>
              <a:gd name="connsiteX62" fmla="*/ 227510 w 758937"/>
              <a:gd name="connsiteY62" fmla="*/ 34419 h 129623"/>
              <a:gd name="connsiteX63" fmla="*/ 136213 w 758937"/>
              <a:gd name="connsiteY63" fmla="*/ 34175 h 129623"/>
              <a:gd name="connsiteX64" fmla="*/ 150372 w 758937"/>
              <a:gd name="connsiteY64" fmla="*/ 36128 h 129623"/>
              <a:gd name="connsiteX65" fmla="*/ 161357 w 758937"/>
              <a:gd name="connsiteY65" fmla="*/ 41743 h 129623"/>
              <a:gd name="connsiteX66" fmla="*/ 168436 w 758937"/>
              <a:gd name="connsiteY66" fmla="*/ 51507 h 129623"/>
              <a:gd name="connsiteX67" fmla="*/ 170877 w 758937"/>
              <a:gd name="connsiteY67" fmla="*/ 65177 h 129623"/>
              <a:gd name="connsiteX68" fmla="*/ 170877 w 758937"/>
              <a:gd name="connsiteY68" fmla="*/ 128158 h 129623"/>
              <a:gd name="connsiteX69" fmla="*/ 153301 w 758937"/>
              <a:gd name="connsiteY69" fmla="*/ 128158 h 129623"/>
              <a:gd name="connsiteX70" fmla="*/ 153301 w 758937"/>
              <a:gd name="connsiteY70" fmla="*/ 127669 h 129623"/>
              <a:gd name="connsiteX71" fmla="*/ 153301 w 758937"/>
              <a:gd name="connsiteY71" fmla="*/ 118637 h 129623"/>
              <a:gd name="connsiteX72" fmla="*/ 147443 w 758937"/>
              <a:gd name="connsiteY72" fmla="*/ 123276 h 129623"/>
              <a:gd name="connsiteX73" fmla="*/ 142560 w 758937"/>
              <a:gd name="connsiteY73" fmla="*/ 126205 h 129623"/>
              <a:gd name="connsiteX74" fmla="*/ 136213 w 758937"/>
              <a:gd name="connsiteY74" fmla="*/ 128646 h 129623"/>
              <a:gd name="connsiteX75" fmla="*/ 127914 w 758937"/>
              <a:gd name="connsiteY75" fmla="*/ 129622 h 129623"/>
              <a:gd name="connsiteX76" fmla="*/ 116685 w 758937"/>
              <a:gd name="connsiteY76" fmla="*/ 127914 h 129623"/>
              <a:gd name="connsiteX77" fmla="*/ 106432 w 758937"/>
              <a:gd name="connsiteY77" fmla="*/ 122543 h 129623"/>
              <a:gd name="connsiteX78" fmla="*/ 98864 w 758937"/>
              <a:gd name="connsiteY78" fmla="*/ 113023 h 129623"/>
              <a:gd name="connsiteX79" fmla="*/ 95935 w 758937"/>
              <a:gd name="connsiteY79" fmla="*/ 98620 h 129623"/>
              <a:gd name="connsiteX80" fmla="*/ 98620 w 758937"/>
              <a:gd name="connsiteY80" fmla="*/ 85438 h 129623"/>
              <a:gd name="connsiteX81" fmla="*/ 106188 w 758937"/>
              <a:gd name="connsiteY81" fmla="*/ 76162 h 129623"/>
              <a:gd name="connsiteX82" fmla="*/ 117905 w 758937"/>
              <a:gd name="connsiteY82" fmla="*/ 70792 h 129623"/>
              <a:gd name="connsiteX83" fmla="*/ 132308 w 758937"/>
              <a:gd name="connsiteY83" fmla="*/ 69083 h 129623"/>
              <a:gd name="connsiteX84" fmla="*/ 144513 w 758937"/>
              <a:gd name="connsiteY84" fmla="*/ 70059 h 129623"/>
              <a:gd name="connsiteX85" fmla="*/ 152813 w 758937"/>
              <a:gd name="connsiteY85" fmla="*/ 72500 h 129623"/>
              <a:gd name="connsiteX86" fmla="*/ 152813 w 758937"/>
              <a:gd name="connsiteY86" fmla="*/ 65665 h 129623"/>
              <a:gd name="connsiteX87" fmla="*/ 148419 w 758937"/>
              <a:gd name="connsiteY87" fmla="*/ 54192 h 129623"/>
              <a:gd name="connsiteX88" fmla="*/ 135481 w 758937"/>
              <a:gd name="connsiteY88" fmla="*/ 50287 h 129623"/>
              <a:gd name="connsiteX89" fmla="*/ 122787 w 758937"/>
              <a:gd name="connsiteY89" fmla="*/ 51751 h 129623"/>
              <a:gd name="connsiteX90" fmla="*/ 111802 w 758937"/>
              <a:gd name="connsiteY90" fmla="*/ 56145 h 129623"/>
              <a:gd name="connsiteX91" fmla="*/ 104723 w 758937"/>
              <a:gd name="connsiteY91" fmla="*/ 42475 h 129623"/>
              <a:gd name="connsiteX92" fmla="*/ 118881 w 758937"/>
              <a:gd name="connsiteY92" fmla="*/ 36372 h 129623"/>
              <a:gd name="connsiteX93" fmla="*/ 136213 w 758937"/>
              <a:gd name="connsiteY93" fmla="*/ 34175 h 129623"/>
              <a:gd name="connsiteX94" fmla="*/ 726226 w 758937"/>
              <a:gd name="connsiteY94" fmla="*/ 33931 h 129623"/>
              <a:gd name="connsiteX95" fmla="*/ 740629 w 758937"/>
              <a:gd name="connsiteY95" fmla="*/ 36617 h 129623"/>
              <a:gd name="connsiteX96" fmla="*/ 750881 w 758937"/>
              <a:gd name="connsiteY96" fmla="*/ 44428 h 129623"/>
              <a:gd name="connsiteX97" fmla="*/ 756984 w 758937"/>
              <a:gd name="connsiteY97" fmla="*/ 57122 h 129623"/>
              <a:gd name="connsiteX98" fmla="*/ 758937 w 758937"/>
              <a:gd name="connsiteY98" fmla="*/ 75186 h 129623"/>
              <a:gd name="connsiteX99" fmla="*/ 758937 w 758937"/>
              <a:gd name="connsiteY99" fmla="*/ 127670 h 129623"/>
              <a:gd name="connsiteX100" fmla="*/ 741117 w 758937"/>
              <a:gd name="connsiteY100" fmla="*/ 127670 h 129623"/>
              <a:gd name="connsiteX101" fmla="*/ 741117 w 758937"/>
              <a:gd name="connsiteY101" fmla="*/ 75674 h 129623"/>
              <a:gd name="connsiteX102" fmla="*/ 736723 w 758937"/>
              <a:gd name="connsiteY102" fmla="*/ 56878 h 129623"/>
              <a:gd name="connsiteX103" fmla="*/ 722321 w 758937"/>
              <a:gd name="connsiteY103" fmla="*/ 50531 h 129623"/>
              <a:gd name="connsiteX104" fmla="*/ 714265 w 758937"/>
              <a:gd name="connsiteY104" fmla="*/ 51995 h 129623"/>
              <a:gd name="connsiteX105" fmla="*/ 708162 w 758937"/>
              <a:gd name="connsiteY105" fmla="*/ 56878 h 129623"/>
              <a:gd name="connsiteX106" fmla="*/ 704501 w 758937"/>
              <a:gd name="connsiteY106" fmla="*/ 64445 h 129623"/>
              <a:gd name="connsiteX107" fmla="*/ 703280 w 758937"/>
              <a:gd name="connsiteY107" fmla="*/ 73965 h 129623"/>
              <a:gd name="connsiteX108" fmla="*/ 703280 w 758937"/>
              <a:gd name="connsiteY108" fmla="*/ 127670 h 129623"/>
              <a:gd name="connsiteX109" fmla="*/ 685216 w 758937"/>
              <a:gd name="connsiteY109" fmla="*/ 127670 h 129623"/>
              <a:gd name="connsiteX110" fmla="*/ 685216 w 758937"/>
              <a:gd name="connsiteY110" fmla="*/ 35884 h 129623"/>
              <a:gd name="connsiteX111" fmla="*/ 703280 w 758937"/>
              <a:gd name="connsiteY111" fmla="*/ 35884 h 129623"/>
              <a:gd name="connsiteX112" fmla="*/ 703280 w 758937"/>
              <a:gd name="connsiteY112" fmla="*/ 44672 h 129623"/>
              <a:gd name="connsiteX113" fmla="*/ 707430 w 758937"/>
              <a:gd name="connsiteY113" fmla="*/ 40278 h 129623"/>
              <a:gd name="connsiteX114" fmla="*/ 712800 w 758937"/>
              <a:gd name="connsiteY114" fmla="*/ 36861 h 129623"/>
              <a:gd name="connsiteX115" fmla="*/ 719147 w 758937"/>
              <a:gd name="connsiteY115" fmla="*/ 34664 h 129623"/>
              <a:gd name="connsiteX116" fmla="*/ 726226 w 758937"/>
              <a:gd name="connsiteY116" fmla="*/ 33931 h 129623"/>
              <a:gd name="connsiteX117" fmla="*/ 543876 w 758937"/>
              <a:gd name="connsiteY117" fmla="*/ 33931 h 129623"/>
              <a:gd name="connsiteX118" fmla="*/ 558279 w 758937"/>
              <a:gd name="connsiteY118" fmla="*/ 36617 h 129623"/>
              <a:gd name="connsiteX119" fmla="*/ 568531 w 758937"/>
              <a:gd name="connsiteY119" fmla="*/ 44428 h 129623"/>
              <a:gd name="connsiteX120" fmla="*/ 574634 w 758937"/>
              <a:gd name="connsiteY120" fmla="*/ 57122 h 129623"/>
              <a:gd name="connsiteX121" fmla="*/ 576587 w 758937"/>
              <a:gd name="connsiteY121" fmla="*/ 75186 h 129623"/>
              <a:gd name="connsiteX122" fmla="*/ 576587 w 758937"/>
              <a:gd name="connsiteY122" fmla="*/ 127670 h 129623"/>
              <a:gd name="connsiteX123" fmla="*/ 558767 w 758937"/>
              <a:gd name="connsiteY123" fmla="*/ 127670 h 129623"/>
              <a:gd name="connsiteX124" fmla="*/ 558767 w 758937"/>
              <a:gd name="connsiteY124" fmla="*/ 75674 h 129623"/>
              <a:gd name="connsiteX125" fmla="*/ 554373 w 758937"/>
              <a:gd name="connsiteY125" fmla="*/ 56878 h 129623"/>
              <a:gd name="connsiteX126" fmla="*/ 539971 w 758937"/>
              <a:gd name="connsiteY126" fmla="*/ 50531 h 129623"/>
              <a:gd name="connsiteX127" fmla="*/ 531915 w 758937"/>
              <a:gd name="connsiteY127" fmla="*/ 51995 h 129623"/>
              <a:gd name="connsiteX128" fmla="*/ 525812 w 758937"/>
              <a:gd name="connsiteY128" fmla="*/ 56878 h 129623"/>
              <a:gd name="connsiteX129" fmla="*/ 522151 w 758937"/>
              <a:gd name="connsiteY129" fmla="*/ 64445 h 129623"/>
              <a:gd name="connsiteX130" fmla="*/ 520930 w 758937"/>
              <a:gd name="connsiteY130" fmla="*/ 73965 h 129623"/>
              <a:gd name="connsiteX131" fmla="*/ 520930 w 758937"/>
              <a:gd name="connsiteY131" fmla="*/ 127670 h 129623"/>
              <a:gd name="connsiteX132" fmla="*/ 502866 w 758937"/>
              <a:gd name="connsiteY132" fmla="*/ 127670 h 129623"/>
              <a:gd name="connsiteX133" fmla="*/ 502866 w 758937"/>
              <a:gd name="connsiteY133" fmla="*/ 35884 h 129623"/>
              <a:gd name="connsiteX134" fmla="*/ 520930 w 758937"/>
              <a:gd name="connsiteY134" fmla="*/ 35884 h 129623"/>
              <a:gd name="connsiteX135" fmla="*/ 520930 w 758937"/>
              <a:gd name="connsiteY135" fmla="*/ 44672 h 129623"/>
              <a:gd name="connsiteX136" fmla="*/ 525080 w 758937"/>
              <a:gd name="connsiteY136" fmla="*/ 40278 h 129623"/>
              <a:gd name="connsiteX137" fmla="*/ 530450 w 758937"/>
              <a:gd name="connsiteY137" fmla="*/ 36861 h 129623"/>
              <a:gd name="connsiteX138" fmla="*/ 536797 w 758937"/>
              <a:gd name="connsiteY138" fmla="*/ 34664 h 129623"/>
              <a:gd name="connsiteX139" fmla="*/ 543876 w 758937"/>
              <a:gd name="connsiteY139" fmla="*/ 33931 h 129623"/>
              <a:gd name="connsiteX140" fmla="*/ 630779 w 758937"/>
              <a:gd name="connsiteY140" fmla="*/ 33687 h 129623"/>
              <a:gd name="connsiteX141" fmla="*/ 647135 w 758937"/>
              <a:gd name="connsiteY141" fmla="*/ 37105 h 129623"/>
              <a:gd name="connsiteX142" fmla="*/ 660073 w 758937"/>
              <a:gd name="connsiteY142" fmla="*/ 46625 h 129623"/>
              <a:gd name="connsiteX143" fmla="*/ 668617 w 758937"/>
              <a:gd name="connsiteY143" fmla="*/ 61516 h 129623"/>
              <a:gd name="connsiteX144" fmla="*/ 672034 w 758937"/>
              <a:gd name="connsiteY144" fmla="*/ 81289 h 129623"/>
              <a:gd name="connsiteX145" fmla="*/ 668861 w 758937"/>
              <a:gd name="connsiteY145" fmla="*/ 101794 h 129623"/>
              <a:gd name="connsiteX146" fmla="*/ 660073 w 758937"/>
              <a:gd name="connsiteY146" fmla="*/ 116929 h 129623"/>
              <a:gd name="connsiteX147" fmla="*/ 646891 w 758937"/>
              <a:gd name="connsiteY147" fmla="*/ 126449 h 129623"/>
              <a:gd name="connsiteX148" fmla="*/ 630535 w 758937"/>
              <a:gd name="connsiteY148" fmla="*/ 129623 h 129623"/>
              <a:gd name="connsiteX149" fmla="*/ 614424 w 758937"/>
              <a:gd name="connsiteY149" fmla="*/ 126205 h 129623"/>
              <a:gd name="connsiteX150" fmla="*/ 601730 w 758937"/>
              <a:gd name="connsiteY150" fmla="*/ 116441 h 129623"/>
              <a:gd name="connsiteX151" fmla="*/ 593186 w 758937"/>
              <a:gd name="connsiteY151" fmla="*/ 101306 h 129623"/>
              <a:gd name="connsiteX152" fmla="*/ 590013 w 758937"/>
              <a:gd name="connsiteY152" fmla="*/ 81777 h 129623"/>
              <a:gd name="connsiteX153" fmla="*/ 593186 w 758937"/>
              <a:gd name="connsiteY153" fmla="*/ 61516 h 129623"/>
              <a:gd name="connsiteX154" fmla="*/ 601730 w 758937"/>
              <a:gd name="connsiteY154" fmla="*/ 46381 h 129623"/>
              <a:gd name="connsiteX155" fmla="*/ 614668 w 758937"/>
              <a:gd name="connsiteY155" fmla="*/ 36861 h 129623"/>
              <a:gd name="connsiteX156" fmla="*/ 630779 w 758937"/>
              <a:gd name="connsiteY156" fmla="*/ 33687 h 129623"/>
              <a:gd name="connsiteX157" fmla="*/ 450871 w 758937"/>
              <a:gd name="connsiteY157" fmla="*/ 33687 h 129623"/>
              <a:gd name="connsiteX158" fmla="*/ 467959 w 758937"/>
              <a:gd name="connsiteY158" fmla="*/ 37349 h 129623"/>
              <a:gd name="connsiteX159" fmla="*/ 479920 w 758937"/>
              <a:gd name="connsiteY159" fmla="*/ 47357 h 129623"/>
              <a:gd name="connsiteX160" fmla="*/ 486999 w 758937"/>
              <a:gd name="connsiteY160" fmla="*/ 62004 h 129623"/>
              <a:gd name="connsiteX161" fmla="*/ 489684 w 758937"/>
              <a:gd name="connsiteY161" fmla="*/ 79824 h 129623"/>
              <a:gd name="connsiteX162" fmla="*/ 489440 w 758937"/>
              <a:gd name="connsiteY162" fmla="*/ 84462 h 129623"/>
              <a:gd name="connsiteX163" fmla="*/ 489196 w 758937"/>
              <a:gd name="connsiteY163" fmla="*/ 88124 h 129623"/>
              <a:gd name="connsiteX164" fmla="*/ 428413 w 758937"/>
              <a:gd name="connsiteY164" fmla="*/ 88124 h 129623"/>
              <a:gd name="connsiteX165" fmla="*/ 431342 w 758937"/>
              <a:gd name="connsiteY165" fmla="*/ 99597 h 129623"/>
              <a:gd name="connsiteX166" fmla="*/ 436469 w 758937"/>
              <a:gd name="connsiteY166" fmla="*/ 107408 h 129623"/>
              <a:gd name="connsiteX167" fmla="*/ 443548 w 758937"/>
              <a:gd name="connsiteY167" fmla="*/ 112047 h 129623"/>
              <a:gd name="connsiteX168" fmla="*/ 451603 w 758937"/>
              <a:gd name="connsiteY168" fmla="*/ 113511 h 129623"/>
              <a:gd name="connsiteX169" fmla="*/ 457218 w 758937"/>
              <a:gd name="connsiteY169" fmla="*/ 113023 h 129623"/>
              <a:gd name="connsiteX170" fmla="*/ 462344 w 758937"/>
              <a:gd name="connsiteY170" fmla="*/ 111558 h 129623"/>
              <a:gd name="connsiteX171" fmla="*/ 466738 w 758937"/>
              <a:gd name="connsiteY171" fmla="*/ 109361 h 129623"/>
              <a:gd name="connsiteX172" fmla="*/ 471620 w 758937"/>
              <a:gd name="connsiteY172" fmla="*/ 106188 h 129623"/>
              <a:gd name="connsiteX173" fmla="*/ 482361 w 758937"/>
              <a:gd name="connsiteY173" fmla="*/ 117661 h 129623"/>
              <a:gd name="connsiteX174" fmla="*/ 475770 w 758937"/>
              <a:gd name="connsiteY174" fmla="*/ 122787 h 129623"/>
              <a:gd name="connsiteX175" fmla="*/ 468935 w 758937"/>
              <a:gd name="connsiteY175" fmla="*/ 126449 h 129623"/>
              <a:gd name="connsiteX176" fmla="*/ 460635 w 758937"/>
              <a:gd name="connsiteY176" fmla="*/ 128890 h 129623"/>
              <a:gd name="connsiteX177" fmla="*/ 450383 w 758937"/>
              <a:gd name="connsiteY177" fmla="*/ 129623 h 129623"/>
              <a:gd name="connsiteX178" fmla="*/ 439154 w 758937"/>
              <a:gd name="connsiteY178" fmla="*/ 127914 h 129623"/>
              <a:gd name="connsiteX179" fmla="*/ 429877 w 758937"/>
              <a:gd name="connsiteY179" fmla="*/ 123520 h 129623"/>
              <a:gd name="connsiteX180" fmla="*/ 422554 w 758937"/>
              <a:gd name="connsiteY180" fmla="*/ 117417 h 129623"/>
              <a:gd name="connsiteX181" fmla="*/ 416452 w 758937"/>
              <a:gd name="connsiteY181" fmla="*/ 108629 h 129623"/>
              <a:gd name="connsiteX182" fmla="*/ 412058 w 758937"/>
              <a:gd name="connsiteY182" fmla="*/ 96424 h 129623"/>
              <a:gd name="connsiteX183" fmla="*/ 410593 w 758937"/>
              <a:gd name="connsiteY183" fmla="*/ 81777 h 129623"/>
              <a:gd name="connsiteX184" fmla="*/ 413522 w 758937"/>
              <a:gd name="connsiteY184" fmla="*/ 61272 h 129623"/>
              <a:gd name="connsiteX185" fmla="*/ 421822 w 758937"/>
              <a:gd name="connsiteY185" fmla="*/ 46137 h 129623"/>
              <a:gd name="connsiteX186" fmla="*/ 434516 w 758937"/>
              <a:gd name="connsiteY186" fmla="*/ 36861 h 129623"/>
              <a:gd name="connsiteX187" fmla="*/ 450871 w 758937"/>
              <a:gd name="connsiteY187" fmla="*/ 33687 h 129623"/>
              <a:gd name="connsiteX188" fmla="*/ 18064 w 758937"/>
              <a:gd name="connsiteY188" fmla="*/ 22213 h 129623"/>
              <a:gd name="connsiteX189" fmla="*/ 18064 w 758937"/>
              <a:gd name="connsiteY189" fmla="*/ 64445 h 129623"/>
              <a:gd name="connsiteX190" fmla="*/ 51019 w 758937"/>
              <a:gd name="connsiteY190" fmla="*/ 64445 h 129623"/>
              <a:gd name="connsiteX191" fmla="*/ 66886 w 758937"/>
              <a:gd name="connsiteY191" fmla="*/ 58830 h 129623"/>
              <a:gd name="connsiteX192" fmla="*/ 71769 w 758937"/>
              <a:gd name="connsiteY192" fmla="*/ 43451 h 129623"/>
              <a:gd name="connsiteX193" fmla="*/ 70304 w 758937"/>
              <a:gd name="connsiteY193" fmla="*/ 34419 h 129623"/>
              <a:gd name="connsiteX194" fmla="*/ 66154 w 758937"/>
              <a:gd name="connsiteY194" fmla="*/ 27828 h 129623"/>
              <a:gd name="connsiteX195" fmla="*/ 59563 w 758937"/>
              <a:gd name="connsiteY195" fmla="*/ 23678 h 129623"/>
              <a:gd name="connsiteX196" fmla="*/ 51019 w 758937"/>
              <a:gd name="connsiteY196" fmla="*/ 22213 h 129623"/>
              <a:gd name="connsiteX197" fmla="*/ 0 w 758937"/>
              <a:gd name="connsiteY197" fmla="*/ 5126 h 129623"/>
              <a:gd name="connsiteX198" fmla="*/ 51263 w 758937"/>
              <a:gd name="connsiteY198" fmla="*/ 5126 h 129623"/>
              <a:gd name="connsiteX199" fmla="*/ 66886 w 758937"/>
              <a:gd name="connsiteY199" fmla="*/ 7567 h 129623"/>
              <a:gd name="connsiteX200" fmla="*/ 79336 w 758937"/>
              <a:gd name="connsiteY200" fmla="*/ 14890 h 129623"/>
              <a:gd name="connsiteX201" fmla="*/ 87636 w 758937"/>
              <a:gd name="connsiteY201" fmla="*/ 26852 h 129623"/>
              <a:gd name="connsiteX202" fmla="*/ 90321 w 758937"/>
              <a:gd name="connsiteY202" fmla="*/ 43451 h 129623"/>
              <a:gd name="connsiteX203" fmla="*/ 87392 w 758937"/>
              <a:gd name="connsiteY203" fmla="*/ 60051 h 129623"/>
              <a:gd name="connsiteX204" fmla="*/ 79092 w 758937"/>
              <a:gd name="connsiteY204" fmla="*/ 72012 h 129623"/>
              <a:gd name="connsiteX205" fmla="*/ 66398 w 758937"/>
              <a:gd name="connsiteY205" fmla="*/ 79336 h 129623"/>
              <a:gd name="connsiteX206" fmla="*/ 50043 w 758937"/>
              <a:gd name="connsiteY206" fmla="*/ 81777 h 129623"/>
              <a:gd name="connsiteX207" fmla="*/ 18064 w 758937"/>
              <a:gd name="connsiteY207" fmla="*/ 81777 h 129623"/>
              <a:gd name="connsiteX208" fmla="*/ 18064 w 758937"/>
              <a:gd name="connsiteY208" fmla="*/ 127426 h 129623"/>
              <a:gd name="connsiteX209" fmla="*/ 0 w 758937"/>
              <a:gd name="connsiteY209" fmla="*/ 127426 h 129623"/>
              <a:gd name="connsiteX210" fmla="*/ 284388 w 758937"/>
              <a:gd name="connsiteY210" fmla="*/ 244 h 129623"/>
              <a:gd name="connsiteX211" fmla="*/ 284388 w 758937"/>
              <a:gd name="connsiteY211" fmla="*/ 35884 h 129623"/>
              <a:gd name="connsiteX212" fmla="*/ 307090 w 758937"/>
              <a:gd name="connsiteY212" fmla="*/ 35884 h 129623"/>
              <a:gd name="connsiteX213" fmla="*/ 307090 w 758937"/>
              <a:gd name="connsiteY213" fmla="*/ 52240 h 129623"/>
              <a:gd name="connsiteX214" fmla="*/ 284388 w 758937"/>
              <a:gd name="connsiteY214" fmla="*/ 52240 h 129623"/>
              <a:gd name="connsiteX215" fmla="*/ 284388 w 758937"/>
              <a:gd name="connsiteY215" fmla="*/ 102038 h 129623"/>
              <a:gd name="connsiteX216" fmla="*/ 284876 w 758937"/>
              <a:gd name="connsiteY216" fmla="*/ 107408 h 129623"/>
              <a:gd name="connsiteX217" fmla="*/ 286585 w 758937"/>
              <a:gd name="connsiteY217" fmla="*/ 110826 h 129623"/>
              <a:gd name="connsiteX218" fmla="*/ 289514 w 758937"/>
              <a:gd name="connsiteY218" fmla="*/ 112535 h 129623"/>
              <a:gd name="connsiteX219" fmla="*/ 293664 w 758937"/>
              <a:gd name="connsiteY219" fmla="*/ 113023 h 129623"/>
              <a:gd name="connsiteX220" fmla="*/ 300743 w 758937"/>
              <a:gd name="connsiteY220" fmla="*/ 111802 h 129623"/>
              <a:gd name="connsiteX221" fmla="*/ 306846 w 758937"/>
              <a:gd name="connsiteY221" fmla="*/ 109361 h 129623"/>
              <a:gd name="connsiteX222" fmla="*/ 304893 w 758937"/>
              <a:gd name="connsiteY222" fmla="*/ 125228 h 129623"/>
              <a:gd name="connsiteX223" fmla="*/ 297082 w 758937"/>
              <a:gd name="connsiteY223" fmla="*/ 128402 h 129623"/>
              <a:gd name="connsiteX224" fmla="*/ 287317 w 758937"/>
              <a:gd name="connsiteY224" fmla="*/ 129622 h 129623"/>
              <a:gd name="connsiteX225" fmla="*/ 279017 w 758937"/>
              <a:gd name="connsiteY225" fmla="*/ 128402 h 129623"/>
              <a:gd name="connsiteX226" fmla="*/ 272671 w 758937"/>
              <a:gd name="connsiteY226" fmla="*/ 124252 h 129623"/>
              <a:gd name="connsiteX227" fmla="*/ 268277 w 758937"/>
              <a:gd name="connsiteY227" fmla="*/ 116684 h 129623"/>
              <a:gd name="connsiteX228" fmla="*/ 266812 w 758937"/>
              <a:gd name="connsiteY228" fmla="*/ 105456 h 129623"/>
              <a:gd name="connsiteX229" fmla="*/ 266812 w 758937"/>
              <a:gd name="connsiteY229" fmla="*/ 52240 h 129623"/>
              <a:gd name="connsiteX230" fmla="*/ 253630 w 758937"/>
              <a:gd name="connsiteY230" fmla="*/ 52240 h 129623"/>
              <a:gd name="connsiteX231" fmla="*/ 253630 w 758937"/>
              <a:gd name="connsiteY231" fmla="*/ 35884 h 129623"/>
              <a:gd name="connsiteX232" fmla="*/ 266812 w 758937"/>
              <a:gd name="connsiteY232" fmla="*/ 35884 h 129623"/>
              <a:gd name="connsiteX233" fmla="*/ 266812 w 758937"/>
              <a:gd name="connsiteY233" fmla="*/ 9764 h 129623"/>
              <a:gd name="connsiteX234" fmla="*/ 341265 w 758937"/>
              <a:gd name="connsiteY234" fmla="*/ 0 h 129623"/>
              <a:gd name="connsiteX235" fmla="*/ 341265 w 758937"/>
              <a:gd name="connsiteY235" fmla="*/ 44428 h 129623"/>
              <a:gd name="connsiteX236" fmla="*/ 345415 w 758937"/>
              <a:gd name="connsiteY236" fmla="*/ 40034 h 129623"/>
              <a:gd name="connsiteX237" fmla="*/ 350785 w 758937"/>
              <a:gd name="connsiteY237" fmla="*/ 36617 h 129623"/>
              <a:gd name="connsiteX238" fmla="*/ 357132 w 758937"/>
              <a:gd name="connsiteY238" fmla="*/ 34420 h 129623"/>
              <a:gd name="connsiteX239" fmla="*/ 364211 w 758937"/>
              <a:gd name="connsiteY239" fmla="*/ 33687 h 129623"/>
              <a:gd name="connsiteX240" fmla="*/ 378614 w 758937"/>
              <a:gd name="connsiteY240" fmla="*/ 36372 h 129623"/>
              <a:gd name="connsiteX241" fmla="*/ 388866 w 758937"/>
              <a:gd name="connsiteY241" fmla="*/ 44184 h 129623"/>
              <a:gd name="connsiteX242" fmla="*/ 394969 w 758937"/>
              <a:gd name="connsiteY242" fmla="*/ 57366 h 129623"/>
              <a:gd name="connsiteX243" fmla="*/ 396922 w 758937"/>
              <a:gd name="connsiteY243" fmla="*/ 74942 h 129623"/>
              <a:gd name="connsiteX244" fmla="*/ 396922 w 758937"/>
              <a:gd name="connsiteY244" fmla="*/ 127425 h 129623"/>
              <a:gd name="connsiteX245" fmla="*/ 379346 w 758937"/>
              <a:gd name="connsiteY245" fmla="*/ 127425 h 129623"/>
              <a:gd name="connsiteX246" fmla="*/ 379346 w 758937"/>
              <a:gd name="connsiteY246" fmla="*/ 75674 h 129623"/>
              <a:gd name="connsiteX247" fmla="*/ 374708 w 758937"/>
              <a:gd name="connsiteY247" fmla="*/ 56634 h 129623"/>
              <a:gd name="connsiteX248" fmla="*/ 360306 w 758937"/>
              <a:gd name="connsiteY248" fmla="*/ 50287 h 129623"/>
              <a:gd name="connsiteX249" fmla="*/ 352494 w 758937"/>
              <a:gd name="connsiteY249" fmla="*/ 51751 h 129623"/>
              <a:gd name="connsiteX250" fmla="*/ 346392 w 758937"/>
              <a:gd name="connsiteY250" fmla="*/ 56389 h 129623"/>
              <a:gd name="connsiteX251" fmla="*/ 342486 w 758937"/>
              <a:gd name="connsiteY251" fmla="*/ 63713 h 129623"/>
              <a:gd name="connsiteX252" fmla="*/ 341265 w 758937"/>
              <a:gd name="connsiteY252" fmla="*/ 73721 h 129623"/>
              <a:gd name="connsiteX253" fmla="*/ 341265 w 758937"/>
              <a:gd name="connsiteY253" fmla="*/ 127425 h 129623"/>
              <a:gd name="connsiteX254" fmla="*/ 323201 w 758937"/>
              <a:gd name="connsiteY254" fmla="*/ 127425 h 129623"/>
              <a:gd name="connsiteX255" fmla="*/ 323201 w 758937"/>
              <a:gd name="connsiteY255" fmla="*/ 9520 h 129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758937" h="129623">
                <a:moveTo>
                  <a:pt x="132308" y="84218"/>
                </a:moveTo>
                <a:cubicBezTo>
                  <a:pt x="126449" y="84218"/>
                  <a:pt x="121811" y="85438"/>
                  <a:pt x="118637" y="87880"/>
                </a:cubicBezTo>
                <a:cubicBezTo>
                  <a:pt x="115220" y="90321"/>
                  <a:pt x="113511" y="93738"/>
                  <a:pt x="113511" y="97888"/>
                </a:cubicBezTo>
                <a:cubicBezTo>
                  <a:pt x="113511" y="100573"/>
                  <a:pt x="113999" y="103014"/>
                  <a:pt x="114976" y="104723"/>
                </a:cubicBezTo>
                <a:cubicBezTo>
                  <a:pt x="115952" y="106676"/>
                  <a:pt x="117173" y="108141"/>
                  <a:pt x="118637" y="109361"/>
                </a:cubicBezTo>
                <a:cubicBezTo>
                  <a:pt x="120102" y="110582"/>
                  <a:pt x="121811" y="111558"/>
                  <a:pt x="123764" y="112046"/>
                </a:cubicBezTo>
                <a:cubicBezTo>
                  <a:pt x="125717" y="112535"/>
                  <a:pt x="128158" y="113023"/>
                  <a:pt x="131087" y="113023"/>
                </a:cubicBezTo>
                <a:cubicBezTo>
                  <a:pt x="133528" y="113023"/>
                  <a:pt x="135725" y="112779"/>
                  <a:pt x="137922" y="112046"/>
                </a:cubicBezTo>
                <a:cubicBezTo>
                  <a:pt x="140119" y="111314"/>
                  <a:pt x="142316" y="110582"/>
                  <a:pt x="144269" y="109361"/>
                </a:cubicBezTo>
                <a:cubicBezTo>
                  <a:pt x="146222" y="108141"/>
                  <a:pt x="147931" y="106920"/>
                  <a:pt x="149395" y="105699"/>
                </a:cubicBezTo>
                <a:cubicBezTo>
                  <a:pt x="150860" y="104235"/>
                  <a:pt x="152325" y="103014"/>
                  <a:pt x="153301" y="101550"/>
                </a:cubicBezTo>
                <a:lnTo>
                  <a:pt x="153301" y="88368"/>
                </a:lnTo>
                <a:cubicBezTo>
                  <a:pt x="151592" y="87635"/>
                  <a:pt x="150128" y="86903"/>
                  <a:pt x="148663" y="86415"/>
                </a:cubicBezTo>
                <a:cubicBezTo>
                  <a:pt x="147198" y="85927"/>
                  <a:pt x="145978" y="85682"/>
                  <a:pt x="144513" y="85194"/>
                </a:cubicBezTo>
                <a:cubicBezTo>
                  <a:pt x="143049" y="84950"/>
                  <a:pt x="141340" y="84706"/>
                  <a:pt x="139143" y="84462"/>
                </a:cubicBezTo>
                <a:cubicBezTo>
                  <a:pt x="136946" y="84218"/>
                  <a:pt x="134749" y="84218"/>
                  <a:pt x="132308" y="84218"/>
                </a:cubicBezTo>
                <a:close/>
                <a:moveTo>
                  <a:pt x="630291" y="51019"/>
                </a:moveTo>
                <a:cubicBezTo>
                  <a:pt x="626874" y="51019"/>
                  <a:pt x="623700" y="51751"/>
                  <a:pt x="621015" y="53216"/>
                </a:cubicBezTo>
                <a:cubicBezTo>
                  <a:pt x="618330" y="54681"/>
                  <a:pt x="615889" y="56634"/>
                  <a:pt x="614180" y="59319"/>
                </a:cubicBezTo>
                <a:cubicBezTo>
                  <a:pt x="612227" y="62004"/>
                  <a:pt x="610763" y="65178"/>
                  <a:pt x="609786" y="68839"/>
                </a:cubicBezTo>
                <a:cubicBezTo>
                  <a:pt x="608809" y="72501"/>
                  <a:pt x="608321" y="76651"/>
                  <a:pt x="608321" y="81289"/>
                </a:cubicBezTo>
                <a:cubicBezTo>
                  <a:pt x="608321" y="86415"/>
                  <a:pt x="608809" y="90809"/>
                  <a:pt x="610030" y="94715"/>
                </a:cubicBezTo>
                <a:cubicBezTo>
                  <a:pt x="611251" y="98620"/>
                  <a:pt x="612715" y="101794"/>
                  <a:pt x="614668" y="104479"/>
                </a:cubicBezTo>
                <a:cubicBezTo>
                  <a:pt x="616621" y="107164"/>
                  <a:pt x="619062" y="109117"/>
                  <a:pt x="621991" y="110338"/>
                </a:cubicBezTo>
                <a:cubicBezTo>
                  <a:pt x="624921" y="111802"/>
                  <a:pt x="627850" y="112291"/>
                  <a:pt x="631268" y="112291"/>
                </a:cubicBezTo>
                <a:cubicBezTo>
                  <a:pt x="634685" y="112291"/>
                  <a:pt x="637859" y="111558"/>
                  <a:pt x="640544" y="109849"/>
                </a:cubicBezTo>
                <a:cubicBezTo>
                  <a:pt x="643229" y="108141"/>
                  <a:pt x="645670" y="105944"/>
                  <a:pt x="647623" y="103259"/>
                </a:cubicBezTo>
                <a:cubicBezTo>
                  <a:pt x="649576" y="100573"/>
                  <a:pt x="651041" y="97156"/>
                  <a:pt x="652261" y="93494"/>
                </a:cubicBezTo>
                <a:cubicBezTo>
                  <a:pt x="653238" y="90077"/>
                  <a:pt x="653726" y="85927"/>
                  <a:pt x="653726" y="81777"/>
                </a:cubicBezTo>
                <a:cubicBezTo>
                  <a:pt x="653726" y="77139"/>
                  <a:pt x="653238" y="72989"/>
                  <a:pt x="652017" y="69083"/>
                </a:cubicBezTo>
                <a:cubicBezTo>
                  <a:pt x="651041" y="65422"/>
                  <a:pt x="649332" y="62004"/>
                  <a:pt x="647379" y="59319"/>
                </a:cubicBezTo>
                <a:cubicBezTo>
                  <a:pt x="645426" y="56634"/>
                  <a:pt x="642985" y="54681"/>
                  <a:pt x="640056" y="53216"/>
                </a:cubicBezTo>
                <a:cubicBezTo>
                  <a:pt x="637126" y="51751"/>
                  <a:pt x="633953" y="51019"/>
                  <a:pt x="630291" y="51019"/>
                </a:cubicBezTo>
                <a:close/>
                <a:moveTo>
                  <a:pt x="449650" y="50287"/>
                </a:moveTo>
                <a:cubicBezTo>
                  <a:pt x="446477" y="50287"/>
                  <a:pt x="443792" y="50775"/>
                  <a:pt x="441351" y="51751"/>
                </a:cubicBezTo>
                <a:cubicBezTo>
                  <a:pt x="438910" y="52728"/>
                  <a:pt x="436957" y="54192"/>
                  <a:pt x="435248" y="56145"/>
                </a:cubicBezTo>
                <a:cubicBezTo>
                  <a:pt x="433539" y="58098"/>
                  <a:pt x="432075" y="60539"/>
                  <a:pt x="431098" y="63225"/>
                </a:cubicBezTo>
                <a:cubicBezTo>
                  <a:pt x="429877" y="66154"/>
                  <a:pt x="429145" y="69327"/>
                  <a:pt x="428901" y="72989"/>
                </a:cubicBezTo>
                <a:lnTo>
                  <a:pt x="471329" y="72989"/>
                </a:lnTo>
                <a:lnTo>
                  <a:pt x="471376" y="73233"/>
                </a:lnTo>
                <a:lnTo>
                  <a:pt x="471376" y="72989"/>
                </a:lnTo>
                <a:lnTo>
                  <a:pt x="471329" y="72989"/>
                </a:lnTo>
                <a:lnTo>
                  <a:pt x="469667" y="64445"/>
                </a:lnTo>
                <a:cubicBezTo>
                  <a:pt x="468691" y="61760"/>
                  <a:pt x="467470" y="59319"/>
                  <a:pt x="465762" y="57122"/>
                </a:cubicBezTo>
                <a:cubicBezTo>
                  <a:pt x="464053" y="54925"/>
                  <a:pt x="461856" y="53460"/>
                  <a:pt x="459171" y="52240"/>
                </a:cubicBezTo>
                <a:cubicBezTo>
                  <a:pt x="456485" y="51019"/>
                  <a:pt x="453312" y="50287"/>
                  <a:pt x="449650" y="50287"/>
                </a:cubicBezTo>
                <a:close/>
                <a:moveTo>
                  <a:pt x="227510" y="34419"/>
                </a:moveTo>
                <a:cubicBezTo>
                  <a:pt x="231172" y="34419"/>
                  <a:pt x="234345" y="34663"/>
                  <a:pt x="236786" y="35396"/>
                </a:cubicBezTo>
                <a:cubicBezTo>
                  <a:pt x="239228" y="36128"/>
                  <a:pt x="241424" y="37105"/>
                  <a:pt x="243133" y="38325"/>
                </a:cubicBezTo>
                <a:lnTo>
                  <a:pt x="238251" y="54924"/>
                </a:lnTo>
                <a:cubicBezTo>
                  <a:pt x="236298" y="53948"/>
                  <a:pt x="234345" y="52972"/>
                  <a:pt x="232148" y="52483"/>
                </a:cubicBezTo>
                <a:cubicBezTo>
                  <a:pt x="229951" y="51995"/>
                  <a:pt x="227510" y="51751"/>
                  <a:pt x="224581" y="51751"/>
                </a:cubicBezTo>
                <a:cubicBezTo>
                  <a:pt x="218722" y="51751"/>
                  <a:pt x="214328" y="53704"/>
                  <a:pt x="211155" y="57610"/>
                </a:cubicBezTo>
                <a:cubicBezTo>
                  <a:pt x="207982" y="61516"/>
                  <a:pt x="206517" y="67374"/>
                  <a:pt x="206517" y="75430"/>
                </a:cubicBezTo>
                <a:lnTo>
                  <a:pt x="206517" y="127914"/>
                </a:lnTo>
                <a:lnTo>
                  <a:pt x="188453" y="127914"/>
                </a:lnTo>
                <a:lnTo>
                  <a:pt x="188453" y="36128"/>
                </a:lnTo>
                <a:lnTo>
                  <a:pt x="206517" y="36128"/>
                </a:lnTo>
                <a:lnTo>
                  <a:pt x="206517" y="44916"/>
                </a:lnTo>
                <a:cubicBezTo>
                  <a:pt x="207493" y="43451"/>
                  <a:pt x="208714" y="41987"/>
                  <a:pt x="210179" y="40766"/>
                </a:cubicBezTo>
                <a:cubicBezTo>
                  <a:pt x="211643" y="39546"/>
                  <a:pt x="213352" y="38325"/>
                  <a:pt x="215061" y="37349"/>
                </a:cubicBezTo>
                <a:cubicBezTo>
                  <a:pt x="216770" y="36372"/>
                  <a:pt x="218722" y="35640"/>
                  <a:pt x="220919" y="35152"/>
                </a:cubicBezTo>
                <a:cubicBezTo>
                  <a:pt x="222872" y="34663"/>
                  <a:pt x="225069" y="34419"/>
                  <a:pt x="227510" y="34419"/>
                </a:cubicBezTo>
                <a:close/>
                <a:moveTo>
                  <a:pt x="136213" y="34175"/>
                </a:moveTo>
                <a:cubicBezTo>
                  <a:pt x="141340" y="34175"/>
                  <a:pt x="145978" y="34907"/>
                  <a:pt x="150372" y="36128"/>
                </a:cubicBezTo>
                <a:cubicBezTo>
                  <a:pt x="154522" y="37349"/>
                  <a:pt x="158183" y="39301"/>
                  <a:pt x="161357" y="41743"/>
                </a:cubicBezTo>
                <a:cubicBezTo>
                  <a:pt x="164286" y="44184"/>
                  <a:pt x="166727" y="47601"/>
                  <a:pt x="168436" y="51507"/>
                </a:cubicBezTo>
                <a:cubicBezTo>
                  <a:pt x="170145" y="55413"/>
                  <a:pt x="170877" y="59807"/>
                  <a:pt x="170877" y="65177"/>
                </a:cubicBezTo>
                <a:lnTo>
                  <a:pt x="170877" y="128158"/>
                </a:lnTo>
                <a:lnTo>
                  <a:pt x="153301" y="128158"/>
                </a:lnTo>
                <a:lnTo>
                  <a:pt x="153301" y="127669"/>
                </a:lnTo>
                <a:lnTo>
                  <a:pt x="153301" y="118637"/>
                </a:lnTo>
                <a:cubicBezTo>
                  <a:pt x="150860" y="120835"/>
                  <a:pt x="149151" y="122299"/>
                  <a:pt x="147443" y="123276"/>
                </a:cubicBezTo>
                <a:cubicBezTo>
                  <a:pt x="145978" y="124252"/>
                  <a:pt x="144269" y="125228"/>
                  <a:pt x="142560" y="126205"/>
                </a:cubicBezTo>
                <a:cubicBezTo>
                  <a:pt x="140851" y="127181"/>
                  <a:pt x="138899" y="127914"/>
                  <a:pt x="136213" y="128646"/>
                </a:cubicBezTo>
                <a:cubicBezTo>
                  <a:pt x="133772" y="129378"/>
                  <a:pt x="130843" y="129622"/>
                  <a:pt x="127914" y="129622"/>
                </a:cubicBezTo>
                <a:cubicBezTo>
                  <a:pt x="124252" y="129622"/>
                  <a:pt x="120590" y="129134"/>
                  <a:pt x="116685" y="127914"/>
                </a:cubicBezTo>
                <a:cubicBezTo>
                  <a:pt x="112779" y="126693"/>
                  <a:pt x="109605" y="124984"/>
                  <a:pt x="106432" y="122543"/>
                </a:cubicBezTo>
                <a:cubicBezTo>
                  <a:pt x="103503" y="120102"/>
                  <a:pt x="100817" y="116929"/>
                  <a:pt x="98864" y="113023"/>
                </a:cubicBezTo>
                <a:cubicBezTo>
                  <a:pt x="96911" y="109117"/>
                  <a:pt x="95935" y="104235"/>
                  <a:pt x="95935" y="98620"/>
                </a:cubicBezTo>
                <a:cubicBezTo>
                  <a:pt x="95935" y="93494"/>
                  <a:pt x="96911" y="89100"/>
                  <a:pt x="98620" y="85438"/>
                </a:cubicBezTo>
                <a:cubicBezTo>
                  <a:pt x="100573" y="81777"/>
                  <a:pt x="103014" y="78603"/>
                  <a:pt x="106188" y="76162"/>
                </a:cubicBezTo>
                <a:cubicBezTo>
                  <a:pt x="109361" y="73721"/>
                  <a:pt x="113267" y="72012"/>
                  <a:pt x="117905" y="70792"/>
                </a:cubicBezTo>
                <a:cubicBezTo>
                  <a:pt x="122299" y="69571"/>
                  <a:pt x="127181" y="69083"/>
                  <a:pt x="132308" y="69083"/>
                </a:cubicBezTo>
                <a:cubicBezTo>
                  <a:pt x="137190" y="69083"/>
                  <a:pt x="141096" y="69327"/>
                  <a:pt x="144513" y="70059"/>
                </a:cubicBezTo>
                <a:cubicBezTo>
                  <a:pt x="147931" y="70792"/>
                  <a:pt x="150616" y="71524"/>
                  <a:pt x="152813" y="72500"/>
                </a:cubicBezTo>
                <a:lnTo>
                  <a:pt x="152813" y="65665"/>
                </a:lnTo>
                <a:cubicBezTo>
                  <a:pt x="152813" y="60539"/>
                  <a:pt x="151348" y="56877"/>
                  <a:pt x="148419" y="54192"/>
                </a:cubicBezTo>
                <a:cubicBezTo>
                  <a:pt x="145490" y="51507"/>
                  <a:pt x="141096" y="50287"/>
                  <a:pt x="135481" y="50287"/>
                </a:cubicBezTo>
                <a:cubicBezTo>
                  <a:pt x="130843" y="50287"/>
                  <a:pt x="126449" y="50775"/>
                  <a:pt x="122787" y="51751"/>
                </a:cubicBezTo>
                <a:cubicBezTo>
                  <a:pt x="118881" y="52728"/>
                  <a:pt x="115220" y="54192"/>
                  <a:pt x="111802" y="56145"/>
                </a:cubicBezTo>
                <a:lnTo>
                  <a:pt x="104723" y="42475"/>
                </a:lnTo>
                <a:cubicBezTo>
                  <a:pt x="109117" y="39790"/>
                  <a:pt x="113755" y="37593"/>
                  <a:pt x="118881" y="36372"/>
                </a:cubicBezTo>
                <a:cubicBezTo>
                  <a:pt x="124008" y="34907"/>
                  <a:pt x="129622" y="34175"/>
                  <a:pt x="136213" y="34175"/>
                </a:cubicBezTo>
                <a:close/>
                <a:moveTo>
                  <a:pt x="726226" y="33931"/>
                </a:moveTo>
                <a:cubicBezTo>
                  <a:pt x="731841" y="33931"/>
                  <a:pt x="736479" y="34908"/>
                  <a:pt x="740629" y="36617"/>
                </a:cubicBezTo>
                <a:cubicBezTo>
                  <a:pt x="744779" y="38325"/>
                  <a:pt x="748196" y="41010"/>
                  <a:pt x="750881" y="44428"/>
                </a:cubicBezTo>
                <a:cubicBezTo>
                  <a:pt x="753567" y="47845"/>
                  <a:pt x="755519" y="51995"/>
                  <a:pt x="756984" y="57122"/>
                </a:cubicBezTo>
                <a:cubicBezTo>
                  <a:pt x="758449" y="62248"/>
                  <a:pt x="758937" y="68351"/>
                  <a:pt x="758937" y="75186"/>
                </a:cubicBezTo>
                <a:lnTo>
                  <a:pt x="758937" y="127670"/>
                </a:lnTo>
                <a:lnTo>
                  <a:pt x="741117" y="127670"/>
                </a:lnTo>
                <a:lnTo>
                  <a:pt x="741117" y="75674"/>
                </a:lnTo>
                <a:cubicBezTo>
                  <a:pt x="741117" y="67374"/>
                  <a:pt x="739652" y="61028"/>
                  <a:pt x="736723" y="56878"/>
                </a:cubicBezTo>
                <a:cubicBezTo>
                  <a:pt x="733794" y="52728"/>
                  <a:pt x="728911" y="50531"/>
                  <a:pt x="722321" y="50531"/>
                </a:cubicBezTo>
                <a:cubicBezTo>
                  <a:pt x="719391" y="50531"/>
                  <a:pt x="716706" y="51019"/>
                  <a:pt x="714265" y="51995"/>
                </a:cubicBezTo>
                <a:cubicBezTo>
                  <a:pt x="711824" y="52972"/>
                  <a:pt x="709871" y="54681"/>
                  <a:pt x="708162" y="56878"/>
                </a:cubicBezTo>
                <a:cubicBezTo>
                  <a:pt x="706454" y="59075"/>
                  <a:pt x="705233" y="61516"/>
                  <a:pt x="704501" y="64445"/>
                </a:cubicBezTo>
                <a:cubicBezTo>
                  <a:pt x="703768" y="67374"/>
                  <a:pt x="703280" y="70548"/>
                  <a:pt x="703280" y="73965"/>
                </a:cubicBezTo>
                <a:lnTo>
                  <a:pt x="703280" y="127670"/>
                </a:lnTo>
                <a:lnTo>
                  <a:pt x="685216" y="127670"/>
                </a:lnTo>
                <a:lnTo>
                  <a:pt x="685216" y="35884"/>
                </a:lnTo>
                <a:lnTo>
                  <a:pt x="703280" y="35884"/>
                </a:lnTo>
                <a:lnTo>
                  <a:pt x="703280" y="44672"/>
                </a:lnTo>
                <a:cubicBezTo>
                  <a:pt x="704501" y="42963"/>
                  <a:pt x="705721" y="41499"/>
                  <a:pt x="707430" y="40278"/>
                </a:cubicBezTo>
                <a:cubicBezTo>
                  <a:pt x="709139" y="39058"/>
                  <a:pt x="710848" y="37837"/>
                  <a:pt x="712800" y="36861"/>
                </a:cubicBezTo>
                <a:cubicBezTo>
                  <a:pt x="714753" y="35884"/>
                  <a:pt x="716950" y="35152"/>
                  <a:pt x="719147" y="34664"/>
                </a:cubicBezTo>
                <a:cubicBezTo>
                  <a:pt x="721344" y="34175"/>
                  <a:pt x="723785" y="33931"/>
                  <a:pt x="726226" y="33931"/>
                </a:cubicBezTo>
                <a:close/>
                <a:moveTo>
                  <a:pt x="543876" y="33931"/>
                </a:moveTo>
                <a:cubicBezTo>
                  <a:pt x="549491" y="33931"/>
                  <a:pt x="554129" y="34908"/>
                  <a:pt x="558279" y="36617"/>
                </a:cubicBezTo>
                <a:cubicBezTo>
                  <a:pt x="562429" y="38325"/>
                  <a:pt x="565846" y="41010"/>
                  <a:pt x="568531" y="44428"/>
                </a:cubicBezTo>
                <a:cubicBezTo>
                  <a:pt x="571217" y="47845"/>
                  <a:pt x="573169" y="51995"/>
                  <a:pt x="574634" y="57122"/>
                </a:cubicBezTo>
                <a:cubicBezTo>
                  <a:pt x="576099" y="62248"/>
                  <a:pt x="576587" y="68351"/>
                  <a:pt x="576587" y="75186"/>
                </a:cubicBezTo>
                <a:lnTo>
                  <a:pt x="576587" y="127670"/>
                </a:lnTo>
                <a:lnTo>
                  <a:pt x="558767" y="127670"/>
                </a:lnTo>
                <a:lnTo>
                  <a:pt x="558767" y="75674"/>
                </a:lnTo>
                <a:cubicBezTo>
                  <a:pt x="558767" y="67374"/>
                  <a:pt x="557302" y="61028"/>
                  <a:pt x="554373" y="56878"/>
                </a:cubicBezTo>
                <a:cubicBezTo>
                  <a:pt x="551444" y="52728"/>
                  <a:pt x="546561" y="50531"/>
                  <a:pt x="539971" y="50531"/>
                </a:cubicBezTo>
                <a:cubicBezTo>
                  <a:pt x="537041" y="50531"/>
                  <a:pt x="534356" y="51019"/>
                  <a:pt x="531915" y="51995"/>
                </a:cubicBezTo>
                <a:cubicBezTo>
                  <a:pt x="529474" y="52972"/>
                  <a:pt x="527521" y="54681"/>
                  <a:pt x="525812" y="56878"/>
                </a:cubicBezTo>
                <a:cubicBezTo>
                  <a:pt x="524104" y="59075"/>
                  <a:pt x="522883" y="61516"/>
                  <a:pt x="522151" y="64445"/>
                </a:cubicBezTo>
                <a:cubicBezTo>
                  <a:pt x="521418" y="67374"/>
                  <a:pt x="520930" y="70548"/>
                  <a:pt x="520930" y="73965"/>
                </a:cubicBezTo>
                <a:lnTo>
                  <a:pt x="520930" y="127670"/>
                </a:lnTo>
                <a:lnTo>
                  <a:pt x="502866" y="127670"/>
                </a:lnTo>
                <a:lnTo>
                  <a:pt x="502866" y="35884"/>
                </a:lnTo>
                <a:lnTo>
                  <a:pt x="520930" y="35884"/>
                </a:lnTo>
                <a:lnTo>
                  <a:pt x="520930" y="44672"/>
                </a:lnTo>
                <a:cubicBezTo>
                  <a:pt x="522151" y="42963"/>
                  <a:pt x="523371" y="41499"/>
                  <a:pt x="525080" y="40278"/>
                </a:cubicBezTo>
                <a:cubicBezTo>
                  <a:pt x="526789" y="39058"/>
                  <a:pt x="528498" y="37837"/>
                  <a:pt x="530450" y="36861"/>
                </a:cubicBezTo>
                <a:cubicBezTo>
                  <a:pt x="532403" y="35884"/>
                  <a:pt x="534600" y="35152"/>
                  <a:pt x="536797" y="34664"/>
                </a:cubicBezTo>
                <a:cubicBezTo>
                  <a:pt x="538994" y="34175"/>
                  <a:pt x="541435" y="33931"/>
                  <a:pt x="543876" y="33931"/>
                </a:cubicBezTo>
                <a:close/>
                <a:moveTo>
                  <a:pt x="630779" y="33687"/>
                </a:moveTo>
                <a:cubicBezTo>
                  <a:pt x="636638" y="33687"/>
                  <a:pt x="642008" y="34908"/>
                  <a:pt x="647135" y="37105"/>
                </a:cubicBezTo>
                <a:cubicBezTo>
                  <a:pt x="652017" y="39302"/>
                  <a:pt x="656411" y="42475"/>
                  <a:pt x="660073" y="46625"/>
                </a:cubicBezTo>
                <a:cubicBezTo>
                  <a:pt x="663734" y="50775"/>
                  <a:pt x="666664" y="55657"/>
                  <a:pt x="668617" y="61516"/>
                </a:cubicBezTo>
                <a:cubicBezTo>
                  <a:pt x="670814" y="67619"/>
                  <a:pt x="672034" y="74209"/>
                  <a:pt x="672034" y="81289"/>
                </a:cubicBezTo>
                <a:cubicBezTo>
                  <a:pt x="672034" y="88856"/>
                  <a:pt x="671058" y="95691"/>
                  <a:pt x="668861" y="101794"/>
                </a:cubicBezTo>
                <a:cubicBezTo>
                  <a:pt x="666664" y="107653"/>
                  <a:pt x="663734" y="112779"/>
                  <a:pt x="660073" y="116929"/>
                </a:cubicBezTo>
                <a:cubicBezTo>
                  <a:pt x="656411" y="121079"/>
                  <a:pt x="652017" y="124252"/>
                  <a:pt x="646891" y="126449"/>
                </a:cubicBezTo>
                <a:cubicBezTo>
                  <a:pt x="641765" y="128646"/>
                  <a:pt x="636394" y="129623"/>
                  <a:pt x="630535" y="129623"/>
                </a:cubicBezTo>
                <a:cubicBezTo>
                  <a:pt x="624677" y="129623"/>
                  <a:pt x="619306" y="128402"/>
                  <a:pt x="614424" y="126205"/>
                </a:cubicBezTo>
                <a:cubicBezTo>
                  <a:pt x="609542" y="124008"/>
                  <a:pt x="605148" y="120590"/>
                  <a:pt x="601730" y="116441"/>
                </a:cubicBezTo>
                <a:cubicBezTo>
                  <a:pt x="598069" y="112291"/>
                  <a:pt x="595383" y="107164"/>
                  <a:pt x="593186" y="101306"/>
                </a:cubicBezTo>
                <a:cubicBezTo>
                  <a:pt x="591234" y="95447"/>
                  <a:pt x="590013" y="88856"/>
                  <a:pt x="590013" y="81777"/>
                </a:cubicBezTo>
                <a:cubicBezTo>
                  <a:pt x="590013" y="74209"/>
                  <a:pt x="590989" y="67619"/>
                  <a:pt x="593186" y="61516"/>
                </a:cubicBezTo>
                <a:cubicBezTo>
                  <a:pt x="595383" y="55657"/>
                  <a:pt x="598069" y="50531"/>
                  <a:pt x="601730" y="46381"/>
                </a:cubicBezTo>
                <a:cubicBezTo>
                  <a:pt x="605392" y="42231"/>
                  <a:pt x="609786" y="39058"/>
                  <a:pt x="614668" y="36861"/>
                </a:cubicBezTo>
                <a:cubicBezTo>
                  <a:pt x="619550" y="34664"/>
                  <a:pt x="624921" y="33687"/>
                  <a:pt x="630779" y="33687"/>
                </a:cubicBezTo>
                <a:close/>
                <a:moveTo>
                  <a:pt x="450871" y="33687"/>
                </a:moveTo>
                <a:cubicBezTo>
                  <a:pt x="457462" y="33687"/>
                  <a:pt x="463077" y="34908"/>
                  <a:pt x="467959" y="37349"/>
                </a:cubicBezTo>
                <a:cubicBezTo>
                  <a:pt x="472841" y="39790"/>
                  <a:pt x="476746" y="43208"/>
                  <a:pt x="479920" y="47357"/>
                </a:cubicBezTo>
                <a:cubicBezTo>
                  <a:pt x="483093" y="51507"/>
                  <a:pt x="485534" y="56390"/>
                  <a:pt x="486999" y="62004"/>
                </a:cubicBezTo>
                <a:cubicBezTo>
                  <a:pt x="488708" y="67863"/>
                  <a:pt x="489684" y="73721"/>
                  <a:pt x="489684" y="79824"/>
                </a:cubicBezTo>
                <a:cubicBezTo>
                  <a:pt x="489684" y="81533"/>
                  <a:pt x="489684" y="82997"/>
                  <a:pt x="489440" y="84462"/>
                </a:cubicBezTo>
                <a:cubicBezTo>
                  <a:pt x="489440" y="85927"/>
                  <a:pt x="489196" y="87147"/>
                  <a:pt x="489196" y="88124"/>
                </a:cubicBezTo>
                <a:lnTo>
                  <a:pt x="428413" y="88124"/>
                </a:lnTo>
                <a:cubicBezTo>
                  <a:pt x="428901" y="92518"/>
                  <a:pt x="429877" y="96424"/>
                  <a:pt x="431342" y="99597"/>
                </a:cubicBezTo>
                <a:cubicBezTo>
                  <a:pt x="432807" y="102770"/>
                  <a:pt x="434516" y="105456"/>
                  <a:pt x="436469" y="107408"/>
                </a:cubicBezTo>
                <a:cubicBezTo>
                  <a:pt x="438421" y="109361"/>
                  <a:pt x="440862" y="111070"/>
                  <a:pt x="443548" y="112047"/>
                </a:cubicBezTo>
                <a:cubicBezTo>
                  <a:pt x="446233" y="113023"/>
                  <a:pt x="448918" y="113511"/>
                  <a:pt x="451603" y="113511"/>
                </a:cubicBezTo>
                <a:cubicBezTo>
                  <a:pt x="453556" y="113511"/>
                  <a:pt x="455509" y="113267"/>
                  <a:pt x="457218" y="113023"/>
                </a:cubicBezTo>
                <a:cubicBezTo>
                  <a:pt x="458927" y="112779"/>
                  <a:pt x="460635" y="112291"/>
                  <a:pt x="462344" y="111558"/>
                </a:cubicBezTo>
                <a:cubicBezTo>
                  <a:pt x="464053" y="110826"/>
                  <a:pt x="465518" y="110094"/>
                  <a:pt x="466738" y="109361"/>
                </a:cubicBezTo>
                <a:cubicBezTo>
                  <a:pt x="467959" y="108629"/>
                  <a:pt x="469667" y="107653"/>
                  <a:pt x="471620" y="106188"/>
                </a:cubicBezTo>
                <a:lnTo>
                  <a:pt x="482361" y="117661"/>
                </a:lnTo>
                <a:cubicBezTo>
                  <a:pt x="480164" y="119858"/>
                  <a:pt x="477967" y="121567"/>
                  <a:pt x="475770" y="122787"/>
                </a:cubicBezTo>
                <a:cubicBezTo>
                  <a:pt x="473573" y="124008"/>
                  <a:pt x="471376" y="125229"/>
                  <a:pt x="468935" y="126449"/>
                </a:cubicBezTo>
                <a:cubicBezTo>
                  <a:pt x="466494" y="127425"/>
                  <a:pt x="463809" y="128402"/>
                  <a:pt x="460635" y="128890"/>
                </a:cubicBezTo>
                <a:cubicBezTo>
                  <a:pt x="457462" y="129378"/>
                  <a:pt x="454288" y="129623"/>
                  <a:pt x="450383" y="129623"/>
                </a:cubicBezTo>
                <a:cubicBezTo>
                  <a:pt x="446477" y="129623"/>
                  <a:pt x="442571" y="129134"/>
                  <a:pt x="439154" y="127914"/>
                </a:cubicBezTo>
                <a:cubicBezTo>
                  <a:pt x="435736" y="126693"/>
                  <a:pt x="432563" y="125473"/>
                  <a:pt x="429877" y="123520"/>
                </a:cubicBezTo>
                <a:cubicBezTo>
                  <a:pt x="427192" y="121811"/>
                  <a:pt x="424751" y="119614"/>
                  <a:pt x="422554" y="117417"/>
                </a:cubicBezTo>
                <a:cubicBezTo>
                  <a:pt x="420357" y="115220"/>
                  <a:pt x="418404" y="112047"/>
                  <a:pt x="416452" y="108629"/>
                </a:cubicBezTo>
                <a:cubicBezTo>
                  <a:pt x="414499" y="104967"/>
                  <a:pt x="413034" y="101062"/>
                  <a:pt x="412058" y="96424"/>
                </a:cubicBezTo>
                <a:cubicBezTo>
                  <a:pt x="411081" y="92030"/>
                  <a:pt x="410593" y="87147"/>
                  <a:pt x="410593" y="81777"/>
                </a:cubicBezTo>
                <a:cubicBezTo>
                  <a:pt x="410593" y="73965"/>
                  <a:pt x="411569" y="67130"/>
                  <a:pt x="413522" y="61272"/>
                </a:cubicBezTo>
                <a:cubicBezTo>
                  <a:pt x="415475" y="55413"/>
                  <a:pt x="418160" y="50287"/>
                  <a:pt x="421822" y="46137"/>
                </a:cubicBezTo>
                <a:cubicBezTo>
                  <a:pt x="425240" y="41987"/>
                  <a:pt x="429633" y="39058"/>
                  <a:pt x="434516" y="36861"/>
                </a:cubicBezTo>
                <a:cubicBezTo>
                  <a:pt x="439398" y="34664"/>
                  <a:pt x="445012" y="33687"/>
                  <a:pt x="450871" y="33687"/>
                </a:cubicBezTo>
                <a:close/>
                <a:moveTo>
                  <a:pt x="18064" y="22213"/>
                </a:moveTo>
                <a:lnTo>
                  <a:pt x="18064" y="64445"/>
                </a:lnTo>
                <a:lnTo>
                  <a:pt x="51019" y="64445"/>
                </a:lnTo>
                <a:cubicBezTo>
                  <a:pt x="58098" y="64445"/>
                  <a:pt x="63225" y="62492"/>
                  <a:pt x="66886" y="58830"/>
                </a:cubicBezTo>
                <a:cubicBezTo>
                  <a:pt x="69816" y="55413"/>
                  <a:pt x="71769" y="50042"/>
                  <a:pt x="71769" y="43451"/>
                </a:cubicBezTo>
                <a:cubicBezTo>
                  <a:pt x="71769" y="40034"/>
                  <a:pt x="71280" y="37105"/>
                  <a:pt x="70304" y="34419"/>
                </a:cubicBezTo>
                <a:cubicBezTo>
                  <a:pt x="69327" y="31734"/>
                  <a:pt x="67863" y="29537"/>
                  <a:pt x="66154" y="27828"/>
                </a:cubicBezTo>
                <a:cubicBezTo>
                  <a:pt x="64445" y="26119"/>
                  <a:pt x="62248" y="24655"/>
                  <a:pt x="59563" y="23678"/>
                </a:cubicBezTo>
                <a:cubicBezTo>
                  <a:pt x="56878" y="22702"/>
                  <a:pt x="54193" y="22213"/>
                  <a:pt x="51019" y="22213"/>
                </a:cubicBezTo>
                <a:close/>
                <a:moveTo>
                  <a:pt x="0" y="5126"/>
                </a:moveTo>
                <a:lnTo>
                  <a:pt x="51263" y="5126"/>
                </a:lnTo>
                <a:cubicBezTo>
                  <a:pt x="56878" y="5126"/>
                  <a:pt x="62004" y="5858"/>
                  <a:pt x="66886" y="7567"/>
                </a:cubicBezTo>
                <a:cubicBezTo>
                  <a:pt x="71769" y="9275"/>
                  <a:pt x="75919" y="11473"/>
                  <a:pt x="79336" y="14890"/>
                </a:cubicBezTo>
                <a:cubicBezTo>
                  <a:pt x="82753" y="18064"/>
                  <a:pt x="85683" y="21969"/>
                  <a:pt x="87636" y="26852"/>
                </a:cubicBezTo>
                <a:cubicBezTo>
                  <a:pt x="89345" y="31734"/>
                  <a:pt x="90321" y="37349"/>
                  <a:pt x="90321" y="43451"/>
                </a:cubicBezTo>
                <a:cubicBezTo>
                  <a:pt x="90321" y="49799"/>
                  <a:pt x="89345" y="55413"/>
                  <a:pt x="87392" y="60051"/>
                </a:cubicBezTo>
                <a:cubicBezTo>
                  <a:pt x="85439" y="64933"/>
                  <a:pt x="82509" y="68839"/>
                  <a:pt x="79092" y="72012"/>
                </a:cubicBezTo>
                <a:cubicBezTo>
                  <a:pt x="75430" y="75186"/>
                  <a:pt x="71280" y="77627"/>
                  <a:pt x="66398" y="79336"/>
                </a:cubicBezTo>
                <a:cubicBezTo>
                  <a:pt x="61516" y="81045"/>
                  <a:pt x="55901" y="81777"/>
                  <a:pt x="50043" y="81777"/>
                </a:cubicBezTo>
                <a:lnTo>
                  <a:pt x="18064" y="81777"/>
                </a:lnTo>
                <a:lnTo>
                  <a:pt x="18064" y="127426"/>
                </a:lnTo>
                <a:lnTo>
                  <a:pt x="0" y="127426"/>
                </a:lnTo>
                <a:close/>
                <a:moveTo>
                  <a:pt x="284388" y="244"/>
                </a:moveTo>
                <a:lnTo>
                  <a:pt x="284388" y="35884"/>
                </a:lnTo>
                <a:lnTo>
                  <a:pt x="307090" y="35884"/>
                </a:lnTo>
                <a:lnTo>
                  <a:pt x="307090" y="52240"/>
                </a:lnTo>
                <a:lnTo>
                  <a:pt x="284388" y="52240"/>
                </a:lnTo>
                <a:lnTo>
                  <a:pt x="284388" y="102038"/>
                </a:lnTo>
                <a:cubicBezTo>
                  <a:pt x="284388" y="104235"/>
                  <a:pt x="284632" y="105944"/>
                  <a:pt x="284876" y="107408"/>
                </a:cubicBezTo>
                <a:cubicBezTo>
                  <a:pt x="285364" y="108873"/>
                  <a:pt x="285853" y="109850"/>
                  <a:pt x="286585" y="110826"/>
                </a:cubicBezTo>
                <a:cubicBezTo>
                  <a:pt x="287317" y="111558"/>
                  <a:pt x="288294" y="112291"/>
                  <a:pt x="289514" y="112535"/>
                </a:cubicBezTo>
                <a:cubicBezTo>
                  <a:pt x="290735" y="112779"/>
                  <a:pt x="292199" y="113023"/>
                  <a:pt x="293664" y="113023"/>
                </a:cubicBezTo>
                <a:cubicBezTo>
                  <a:pt x="296105" y="113023"/>
                  <a:pt x="298302" y="112535"/>
                  <a:pt x="300743" y="111802"/>
                </a:cubicBezTo>
                <a:cubicBezTo>
                  <a:pt x="303184" y="111070"/>
                  <a:pt x="305137" y="110093"/>
                  <a:pt x="306846" y="109361"/>
                </a:cubicBezTo>
                <a:lnTo>
                  <a:pt x="304893" y="125228"/>
                </a:lnTo>
                <a:cubicBezTo>
                  <a:pt x="302696" y="126449"/>
                  <a:pt x="300011" y="127425"/>
                  <a:pt x="297082" y="128402"/>
                </a:cubicBezTo>
                <a:cubicBezTo>
                  <a:pt x="294152" y="129134"/>
                  <a:pt x="290735" y="129622"/>
                  <a:pt x="287317" y="129622"/>
                </a:cubicBezTo>
                <a:cubicBezTo>
                  <a:pt x="284144" y="129622"/>
                  <a:pt x="281459" y="129134"/>
                  <a:pt x="279017" y="128402"/>
                </a:cubicBezTo>
                <a:cubicBezTo>
                  <a:pt x="276576" y="127425"/>
                  <a:pt x="274623" y="126205"/>
                  <a:pt x="272671" y="124252"/>
                </a:cubicBezTo>
                <a:cubicBezTo>
                  <a:pt x="270718" y="122299"/>
                  <a:pt x="269253" y="119858"/>
                  <a:pt x="268277" y="116684"/>
                </a:cubicBezTo>
                <a:cubicBezTo>
                  <a:pt x="267300" y="113511"/>
                  <a:pt x="266812" y="109850"/>
                  <a:pt x="266812" y="105456"/>
                </a:cubicBezTo>
                <a:lnTo>
                  <a:pt x="266812" y="52240"/>
                </a:lnTo>
                <a:lnTo>
                  <a:pt x="253630" y="52240"/>
                </a:lnTo>
                <a:lnTo>
                  <a:pt x="253630" y="35884"/>
                </a:lnTo>
                <a:lnTo>
                  <a:pt x="266812" y="35884"/>
                </a:lnTo>
                <a:lnTo>
                  <a:pt x="266812" y="9764"/>
                </a:lnTo>
                <a:close/>
                <a:moveTo>
                  <a:pt x="341265" y="0"/>
                </a:moveTo>
                <a:lnTo>
                  <a:pt x="341265" y="44428"/>
                </a:lnTo>
                <a:cubicBezTo>
                  <a:pt x="342486" y="42719"/>
                  <a:pt x="343706" y="41255"/>
                  <a:pt x="345415" y="40034"/>
                </a:cubicBezTo>
                <a:cubicBezTo>
                  <a:pt x="347124" y="38813"/>
                  <a:pt x="348833" y="37593"/>
                  <a:pt x="350785" y="36617"/>
                </a:cubicBezTo>
                <a:cubicBezTo>
                  <a:pt x="352738" y="35640"/>
                  <a:pt x="354935" y="34908"/>
                  <a:pt x="357132" y="34420"/>
                </a:cubicBezTo>
                <a:cubicBezTo>
                  <a:pt x="359329" y="33931"/>
                  <a:pt x="361770" y="33687"/>
                  <a:pt x="364211" y="33687"/>
                </a:cubicBezTo>
                <a:cubicBezTo>
                  <a:pt x="369826" y="33687"/>
                  <a:pt x="374464" y="34664"/>
                  <a:pt x="378614" y="36372"/>
                </a:cubicBezTo>
                <a:cubicBezTo>
                  <a:pt x="382764" y="38081"/>
                  <a:pt x="385937" y="40766"/>
                  <a:pt x="388866" y="44184"/>
                </a:cubicBezTo>
                <a:cubicBezTo>
                  <a:pt x="391552" y="47602"/>
                  <a:pt x="393748" y="51995"/>
                  <a:pt x="394969" y="57366"/>
                </a:cubicBezTo>
                <a:cubicBezTo>
                  <a:pt x="396190" y="62736"/>
                  <a:pt x="396922" y="68595"/>
                  <a:pt x="396922" y="74942"/>
                </a:cubicBezTo>
                <a:lnTo>
                  <a:pt x="396922" y="127425"/>
                </a:lnTo>
                <a:lnTo>
                  <a:pt x="379346" y="127425"/>
                </a:lnTo>
                <a:lnTo>
                  <a:pt x="379346" y="75674"/>
                </a:lnTo>
                <a:cubicBezTo>
                  <a:pt x="379346" y="67130"/>
                  <a:pt x="377881" y="60783"/>
                  <a:pt x="374708" y="56634"/>
                </a:cubicBezTo>
                <a:cubicBezTo>
                  <a:pt x="371779" y="52484"/>
                  <a:pt x="366896" y="50287"/>
                  <a:pt x="360306" y="50287"/>
                </a:cubicBezTo>
                <a:cubicBezTo>
                  <a:pt x="357621" y="50287"/>
                  <a:pt x="354935" y="50775"/>
                  <a:pt x="352494" y="51751"/>
                </a:cubicBezTo>
                <a:cubicBezTo>
                  <a:pt x="350053" y="52728"/>
                  <a:pt x="348100" y="54192"/>
                  <a:pt x="346392" y="56389"/>
                </a:cubicBezTo>
                <a:cubicBezTo>
                  <a:pt x="344683" y="58586"/>
                  <a:pt x="343462" y="61028"/>
                  <a:pt x="342486" y="63713"/>
                </a:cubicBezTo>
                <a:cubicBezTo>
                  <a:pt x="341753" y="66642"/>
                  <a:pt x="341265" y="69815"/>
                  <a:pt x="341265" y="73721"/>
                </a:cubicBezTo>
                <a:lnTo>
                  <a:pt x="341265" y="127425"/>
                </a:lnTo>
                <a:lnTo>
                  <a:pt x="323201" y="127425"/>
                </a:lnTo>
                <a:lnTo>
                  <a:pt x="323201" y="9520"/>
                </a:lnTo>
                <a:close/>
              </a:path>
            </a:pathLst>
          </a:custGeom>
          <a:solidFill>
            <a:srgbClr val="1A9AFA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Highlight line 1">
            <a:extLst>
              <a:ext uri="{FF2B5EF4-FFF2-40B4-BE49-F238E27FC236}">
                <a16:creationId xmlns:a16="http://schemas.microsoft.com/office/drawing/2014/main" id="{01DF52AF-375B-1E1D-A831-1F49E72CE45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005026"/>
            <a:ext cx="5616000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2440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CB03105-F3FB-0384-DD50-D101322DFD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174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B03105-F3FB-0384-DD50-D101322DFD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68952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9938" y="0"/>
            <a:ext cx="3802061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311524" y="1411287"/>
            <a:ext cx="3568952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9361665-A619-0AEE-E8F0-5711C798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7394953" cy="638175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SmartArt Placeholder 30">
            <a:extLst>
              <a:ext uri="{FF2B5EF4-FFF2-40B4-BE49-F238E27FC236}">
                <a16:creationId xmlns:a16="http://schemas.microsoft.com/office/drawing/2014/main" id="{9E55AB5E-EA91-6367-764A-930E3DDD2258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10864485" y="6275796"/>
            <a:ext cx="346392" cy="126450"/>
          </a:xfrm>
          <a:custGeom>
            <a:avLst/>
            <a:gdLst>
              <a:gd name="connsiteX0" fmla="*/ 346392 w 346392"/>
              <a:gd name="connsiteY0" fmla="*/ 0 h 126450"/>
              <a:gd name="connsiteX1" fmla="*/ 346392 w 346392"/>
              <a:gd name="connsiteY1" fmla="*/ 65422 h 126450"/>
              <a:gd name="connsiteX2" fmla="*/ 0 w 346392"/>
              <a:gd name="connsiteY2" fmla="*/ 126450 h 12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392" h="126450">
                <a:moveTo>
                  <a:pt x="346392" y="0"/>
                </a:moveTo>
                <a:lnTo>
                  <a:pt x="346392" y="65422"/>
                </a:lnTo>
                <a:lnTo>
                  <a:pt x="0" y="126450"/>
                </a:lnTo>
                <a:close/>
              </a:path>
            </a:pathLst>
          </a:custGeom>
          <a:solidFill>
            <a:srgbClr val="FBE74D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SmartArt Placeholder 29">
            <a:extLst>
              <a:ext uri="{FF2B5EF4-FFF2-40B4-BE49-F238E27FC236}">
                <a16:creationId xmlns:a16="http://schemas.microsoft.com/office/drawing/2014/main" id="{81D679FA-6891-0E7A-287A-DFF5E479AB44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10867415" y="6454973"/>
            <a:ext cx="290979" cy="175270"/>
          </a:xfrm>
          <a:custGeom>
            <a:avLst/>
            <a:gdLst>
              <a:gd name="connsiteX0" fmla="*/ 115952 w 290979"/>
              <a:gd name="connsiteY0" fmla="*/ 0 h 175270"/>
              <a:gd name="connsiteX1" fmla="*/ 174051 w 290979"/>
              <a:gd name="connsiteY1" fmla="*/ 0 h 175270"/>
              <a:gd name="connsiteX2" fmla="*/ 203832 w 290979"/>
              <a:gd name="connsiteY2" fmla="*/ 57122 h 175270"/>
              <a:gd name="connsiteX3" fmla="*/ 233614 w 290979"/>
              <a:gd name="connsiteY3" fmla="*/ 0 h 175270"/>
              <a:gd name="connsiteX4" fmla="*/ 290979 w 290979"/>
              <a:gd name="connsiteY4" fmla="*/ 0 h 175270"/>
              <a:gd name="connsiteX5" fmla="*/ 229708 w 290979"/>
              <a:gd name="connsiteY5" fmla="*/ 105944 h 175270"/>
              <a:gd name="connsiteX6" fmla="*/ 229708 w 290979"/>
              <a:gd name="connsiteY6" fmla="*/ 175270 h 175270"/>
              <a:gd name="connsiteX7" fmla="*/ 177224 w 290979"/>
              <a:gd name="connsiteY7" fmla="*/ 175270 h 175270"/>
              <a:gd name="connsiteX8" fmla="*/ 177224 w 290979"/>
              <a:gd name="connsiteY8" fmla="*/ 105944 h 175270"/>
              <a:gd name="connsiteX9" fmla="*/ 0 w 290979"/>
              <a:gd name="connsiteY9" fmla="*/ 0 h 175270"/>
              <a:gd name="connsiteX10" fmla="*/ 99597 w 290979"/>
              <a:gd name="connsiteY10" fmla="*/ 0 h 175270"/>
              <a:gd name="connsiteX11" fmla="*/ 122788 w 290979"/>
              <a:gd name="connsiteY11" fmla="*/ 40278 h 175270"/>
              <a:gd name="connsiteX12" fmla="*/ 52484 w 290979"/>
              <a:gd name="connsiteY12" fmla="*/ 40278 h 175270"/>
              <a:gd name="connsiteX13" fmla="*/ 52484 w 290979"/>
              <a:gd name="connsiteY13" fmla="*/ 69327 h 175270"/>
              <a:gd name="connsiteX14" fmla="*/ 115952 w 290979"/>
              <a:gd name="connsiteY14" fmla="*/ 69327 h 175270"/>
              <a:gd name="connsiteX15" fmla="*/ 115952 w 290979"/>
              <a:gd name="connsiteY15" fmla="*/ 106188 h 175270"/>
              <a:gd name="connsiteX16" fmla="*/ 52484 w 290979"/>
              <a:gd name="connsiteY16" fmla="*/ 106188 h 175270"/>
              <a:gd name="connsiteX17" fmla="*/ 52484 w 290979"/>
              <a:gd name="connsiteY17" fmla="*/ 134992 h 175270"/>
              <a:gd name="connsiteX18" fmla="*/ 140119 w 290979"/>
              <a:gd name="connsiteY18" fmla="*/ 134992 h 175270"/>
              <a:gd name="connsiteX19" fmla="*/ 140119 w 290979"/>
              <a:gd name="connsiteY19" fmla="*/ 175270 h 175270"/>
              <a:gd name="connsiteX20" fmla="*/ 0 w 290979"/>
              <a:gd name="connsiteY20" fmla="*/ 175270 h 175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0979" h="175270">
                <a:moveTo>
                  <a:pt x="115952" y="0"/>
                </a:moveTo>
                <a:lnTo>
                  <a:pt x="174051" y="0"/>
                </a:lnTo>
                <a:lnTo>
                  <a:pt x="203832" y="57122"/>
                </a:lnTo>
                <a:lnTo>
                  <a:pt x="233614" y="0"/>
                </a:lnTo>
                <a:lnTo>
                  <a:pt x="290979" y="0"/>
                </a:lnTo>
                <a:lnTo>
                  <a:pt x="229708" y="105944"/>
                </a:lnTo>
                <a:lnTo>
                  <a:pt x="229708" y="175270"/>
                </a:lnTo>
                <a:lnTo>
                  <a:pt x="177224" y="175270"/>
                </a:lnTo>
                <a:lnTo>
                  <a:pt x="177224" y="105944"/>
                </a:lnTo>
                <a:close/>
                <a:moveTo>
                  <a:pt x="0" y="0"/>
                </a:moveTo>
                <a:lnTo>
                  <a:pt x="99597" y="0"/>
                </a:lnTo>
                <a:lnTo>
                  <a:pt x="122788" y="40278"/>
                </a:lnTo>
                <a:lnTo>
                  <a:pt x="52484" y="40278"/>
                </a:lnTo>
                <a:lnTo>
                  <a:pt x="52484" y="69327"/>
                </a:lnTo>
                <a:lnTo>
                  <a:pt x="115952" y="69327"/>
                </a:lnTo>
                <a:lnTo>
                  <a:pt x="115952" y="106188"/>
                </a:lnTo>
                <a:lnTo>
                  <a:pt x="52484" y="106188"/>
                </a:lnTo>
                <a:lnTo>
                  <a:pt x="52484" y="134992"/>
                </a:lnTo>
                <a:lnTo>
                  <a:pt x="140119" y="134992"/>
                </a:lnTo>
                <a:lnTo>
                  <a:pt x="140119" y="175270"/>
                </a:lnTo>
                <a:lnTo>
                  <a:pt x="0" y="17527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1" name="SmartArt Placeholder 28">
            <a:extLst>
              <a:ext uri="{FF2B5EF4-FFF2-40B4-BE49-F238E27FC236}">
                <a16:creationId xmlns:a16="http://schemas.microsoft.com/office/drawing/2014/main" id="{06DB06C0-C531-2123-864A-E673749A5FFD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11211121" y="6502575"/>
            <a:ext cx="758937" cy="129623"/>
          </a:xfrm>
          <a:custGeom>
            <a:avLst/>
            <a:gdLst>
              <a:gd name="connsiteX0" fmla="*/ 132308 w 758937"/>
              <a:gd name="connsiteY0" fmla="*/ 84218 h 129623"/>
              <a:gd name="connsiteX1" fmla="*/ 118637 w 758937"/>
              <a:gd name="connsiteY1" fmla="*/ 87880 h 129623"/>
              <a:gd name="connsiteX2" fmla="*/ 113511 w 758937"/>
              <a:gd name="connsiteY2" fmla="*/ 97888 h 129623"/>
              <a:gd name="connsiteX3" fmla="*/ 114976 w 758937"/>
              <a:gd name="connsiteY3" fmla="*/ 104723 h 129623"/>
              <a:gd name="connsiteX4" fmla="*/ 118637 w 758937"/>
              <a:gd name="connsiteY4" fmla="*/ 109361 h 129623"/>
              <a:gd name="connsiteX5" fmla="*/ 123764 w 758937"/>
              <a:gd name="connsiteY5" fmla="*/ 112046 h 129623"/>
              <a:gd name="connsiteX6" fmla="*/ 131087 w 758937"/>
              <a:gd name="connsiteY6" fmla="*/ 113023 h 129623"/>
              <a:gd name="connsiteX7" fmla="*/ 137922 w 758937"/>
              <a:gd name="connsiteY7" fmla="*/ 112046 h 129623"/>
              <a:gd name="connsiteX8" fmla="*/ 144269 w 758937"/>
              <a:gd name="connsiteY8" fmla="*/ 109361 h 129623"/>
              <a:gd name="connsiteX9" fmla="*/ 149395 w 758937"/>
              <a:gd name="connsiteY9" fmla="*/ 105699 h 129623"/>
              <a:gd name="connsiteX10" fmla="*/ 153301 w 758937"/>
              <a:gd name="connsiteY10" fmla="*/ 101550 h 129623"/>
              <a:gd name="connsiteX11" fmla="*/ 153301 w 758937"/>
              <a:gd name="connsiteY11" fmla="*/ 88368 h 129623"/>
              <a:gd name="connsiteX12" fmla="*/ 148663 w 758937"/>
              <a:gd name="connsiteY12" fmla="*/ 86415 h 129623"/>
              <a:gd name="connsiteX13" fmla="*/ 144513 w 758937"/>
              <a:gd name="connsiteY13" fmla="*/ 85194 h 129623"/>
              <a:gd name="connsiteX14" fmla="*/ 139143 w 758937"/>
              <a:gd name="connsiteY14" fmla="*/ 84462 h 129623"/>
              <a:gd name="connsiteX15" fmla="*/ 132308 w 758937"/>
              <a:gd name="connsiteY15" fmla="*/ 84218 h 129623"/>
              <a:gd name="connsiteX16" fmla="*/ 630291 w 758937"/>
              <a:gd name="connsiteY16" fmla="*/ 51019 h 129623"/>
              <a:gd name="connsiteX17" fmla="*/ 621015 w 758937"/>
              <a:gd name="connsiteY17" fmla="*/ 53216 h 129623"/>
              <a:gd name="connsiteX18" fmla="*/ 614180 w 758937"/>
              <a:gd name="connsiteY18" fmla="*/ 59319 h 129623"/>
              <a:gd name="connsiteX19" fmla="*/ 609786 w 758937"/>
              <a:gd name="connsiteY19" fmla="*/ 68839 h 129623"/>
              <a:gd name="connsiteX20" fmla="*/ 608321 w 758937"/>
              <a:gd name="connsiteY20" fmla="*/ 81289 h 129623"/>
              <a:gd name="connsiteX21" fmla="*/ 610030 w 758937"/>
              <a:gd name="connsiteY21" fmla="*/ 94715 h 129623"/>
              <a:gd name="connsiteX22" fmla="*/ 614668 w 758937"/>
              <a:gd name="connsiteY22" fmla="*/ 104479 h 129623"/>
              <a:gd name="connsiteX23" fmla="*/ 621991 w 758937"/>
              <a:gd name="connsiteY23" fmla="*/ 110338 h 129623"/>
              <a:gd name="connsiteX24" fmla="*/ 631268 w 758937"/>
              <a:gd name="connsiteY24" fmla="*/ 112291 h 129623"/>
              <a:gd name="connsiteX25" fmla="*/ 640544 w 758937"/>
              <a:gd name="connsiteY25" fmla="*/ 109849 h 129623"/>
              <a:gd name="connsiteX26" fmla="*/ 647623 w 758937"/>
              <a:gd name="connsiteY26" fmla="*/ 103259 h 129623"/>
              <a:gd name="connsiteX27" fmla="*/ 652261 w 758937"/>
              <a:gd name="connsiteY27" fmla="*/ 93494 h 129623"/>
              <a:gd name="connsiteX28" fmla="*/ 653726 w 758937"/>
              <a:gd name="connsiteY28" fmla="*/ 81777 h 129623"/>
              <a:gd name="connsiteX29" fmla="*/ 652017 w 758937"/>
              <a:gd name="connsiteY29" fmla="*/ 69083 h 129623"/>
              <a:gd name="connsiteX30" fmla="*/ 647379 w 758937"/>
              <a:gd name="connsiteY30" fmla="*/ 59319 h 129623"/>
              <a:gd name="connsiteX31" fmla="*/ 640056 w 758937"/>
              <a:gd name="connsiteY31" fmla="*/ 53216 h 129623"/>
              <a:gd name="connsiteX32" fmla="*/ 630291 w 758937"/>
              <a:gd name="connsiteY32" fmla="*/ 51019 h 129623"/>
              <a:gd name="connsiteX33" fmla="*/ 449650 w 758937"/>
              <a:gd name="connsiteY33" fmla="*/ 50287 h 129623"/>
              <a:gd name="connsiteX34" fmla="*/ 441351 w 758937"/>
              <a:gd name="connsiteY34" fmla="*/ 51751 h 129623"/>
              <a:gd name="connsiteX35" fmla="*/ 435248 w 758937"/>
              <a:gd name="connsiteY35" fmla="*/ 56145 h 129623"/>
              <a:gd name="connsiteX36" fmla="*/ 431098 w 758937"/>
              <a:gd name="connsiteY36" fmla="*/ 63225 h 129623"/>
              <a:gd name="connsiteX37" fmla="*/ 428901 w 758937"/>
              <a:gd name="connsiteY37" fmla="*/ 72989 h 129623"/>
              <a:gd name="connsiteX38" fmla="*/ 471329 w 758937"/>
              <a:gd name="connsiteY38" fmla="*/ 72989 h 129623"/>
              <a:gd name="connsiteX39" fmla="*/ 471376 w 758937"/>
              <a:gd name="connsiteY39" fmla="*/ 73233 h 129623"/>
              <a:gd name="connsiteX40" fmla="*/ 471376 w 758937"/>
              <a:gd name="connsiteY40" fmla="*/ 72989 h 129623"/>
              <a:gd name="connsiteX41" fmla="*/ 471329 w 758937"/>
              <a:gd name="connsiteY41" fmla="*/ 72989 h 129623"/>
              <a:gd name="connsiteX42" fmla="*/ 469667 w 758937"/>
              <a:gd name="connsiteY42" fmla="*/ 64445 h 129623"/>
              <a:gd name="connsiteX43" fmla="*/ 465762 w 758937"/>
              <a:gd name="connsiteY43" fmla="*/ 57122 h 129623"/>
              <a:gd name="connsiteX44" fmla="*/ 459171 w 758937"/>
              <a:gd name="connsiteY44" fmla="*/ 52240 h 129623"/>
              <a:gd name="connsiteX45" fmla="*/ 449650 w 758937"/>
              <a:gd name="connsiteY45" fmla="*/ 50287 h 129623"/>
              <a:gd name="connsiteX46" fmla="*/ 227510 w 758937"/>
              <a:gd name="connsiteY46" fmla="*/ 34419 h 129623"/>
              <a:gd name="connsiteX47" fmla="*/ 236786 w 758937"/>
              <a:gd name="connsiteY47" fmla="*/ 35396 h 129623"/>
              <a:gd name="connsiteX48" fmla="*/ 243133 w 758937"/>
              <a:gd name="connsiteY48" fmla="*/ 38325 h 129623"/>
              <a:gd name="connsiteX49" fmla="*/ 238251 w 758937"/>
              <a:gd name="connsiteY49" fmla="*/ 54924 h 129623"/>
              <a:gd name="connsiteX50" fmla="*/ 232148 w 758937"/>
              <a:gd name="connsiteY50" fmla="*/ 52483 h 129623"/>
              <a:gd name="connsiteX51" fmla="*/ 224581 w 758937"/>
              <a:gd name="connsiteY51" fmla="*/ 51751 h 129623"/>
              <a:gd name="connsiteX52" fmla="*/ 211155 w 758937"/>
              <a:gd name="connsiteY52" fmla="*/ 57610 h 129623"/>
              <a:gd name="connsiteX53" fmla="*/ 206517 w 758937"/>
              <a:gd name="connsiteY53" fmla="*/ 75430 h 129623"/>
              <a:gd name="connsiteX54" fmla="*/ 206517 w 758937"/>
              <a:gd name="connsiteY54" fmla="*/ 127914 h 129623"/>
              <a:gd name="connsiteX55" fmla="*/ 188453 w 758937"/>
              <a:gd name="connsiteY55" fmla="*/ 127914 h 129623"/>
              <a:gd name="connsiteX56" fmla="*/ 188453 w 758937"/>
              <a:gd name="connsiteY56" fmla="*/ 36128 h 129623"/>
              <a:gd name="connsiteX57" fmla="*/ 206517 w 758937"/>
              <a:gd name="connsiteY57" fmla="*/ 36128 h 129623"/>
              <a:gd name="connsiteX58" fmla="*/ 206517 w 758937"/>
              <a:gd name="connsiteY58" fmla="*/ 44916 h 129623"/>
              <a:gd name="connsiteX59" fmla="*/ 210179 w 758937"/>
              <a:gd name="connsiteY59" fmla="*/ 40766 h 129623"/>
              <a:gd name="connsiteX60" fmla="*/ 215061 w 758937"/>
              <a:gd name="connsiteY60" fmla="*/ 37349 h 129623"/>
              <a:gd name="connsiteX61" fmla="*/ 220919 w 758937"/>
              <a:gd name="connsiteY61" fmla="*/ 35152 h 129623"/>
              <a:gd name="connsiteX62" fmla="*/ 227510 w 758937"/>
              <a:gd name="connsiteY62" fmla="*/ 34419 h 129623"/>
              <a:gd name="connsiteX63" fmla="*/ 136213 w 758937"/>
              <a:gd name="connsiteY63" fmla="*/ 34175 h 129623"/>
              <a:gd name="connsiteX64" fmla="*/ 150372 w 758937"/>
              <a:gd name="connsiteY64" fmla="*/ 36128 h 129623"/>
              <a:gd name="connsiteX65" fmla="*/ 161357 w 758937"/>
              <a:gd name="connsiteY65" fmla="*/ 41743 h 129623"/>
              <a:gd name="connsiteX66" fmla="*/ 168436 w 758937"/>
              <a:gd name="connsiteY66" fmla="*/ 51507 h 129623"/>
              <a:gd name="connsiteX67" fmla="*/ 170877 w 758937"/>
              <a:gd name="connsiteY67" fmla="*/ 65177 h 129623"/>
              <a:gd name="connsiteX68" fmla="*/ 170877 w 758937"/>
              <a:gd name="connsiteY68" fmla="*/ 128158 h 129623"/>
              <a:gd name="connsiteX69" fmla="*/ 153301 w 758937"/>
              <a:gd name="connsiteY69" fmla="*/ 128158 h 129623"/>
              <a:gd name="connsiteX70" fmla="*/ 153301 w 758937"/>
              <a:gd name="connsiteY70" fmla="*/ 127669 h 129623"/>
              <a:gd name="connsiteX71" fmla="*/ 153301 w 758937"/>
              <a:gd name="connsiteY71" fmla="*/ 118637 h 129623"/>
              <a:gd name="connsiteX72" fmla="*/ 147443 w 758937"/>
              <a:gd name="connsiteY72" fmla="*/ 123276 h 129623"/>
              <a:gd name="connsiteX73" fmla="*/ 142560 w 758937"/>
              <a:gd name="connsiteY73" fmla="*/ 126205 h 129623"/>
              <a:gd name="connsiteX74" fmla="*/ 136213 w 758937"/>
              <a:gd name="connsiteY74" fmla="*/ 128646 h 129623"/>
              <a:gd name="connsiteX75" fmla="*/ 127914 w 758937"/>
              <a:gd name="connsiteY75" fmla="*/ 129622 h 129623"/>
              <a:gd name="connsiteX76" fmla="*/ 116685 w 758937"/>
              <a:gd name="connsiteY76" fmla="*/ 127914 h 129623"/>
              <a:gd name="connsiteX77" fmla="*/ 106432 w 758937"/>
              <a:gd name="connsiteY77" fmla="*/ 122543 h 129623"/>
              <a:gd name="connsiteX78" fmla="*/ 98864 w 758937"/>
              <a:gd name="connsiteY78" fmla="*/ 113023 h 129623"/>
              <a:gd name="connsiteX79" fmla="*/ 95935 w 758937"/>
              <a:gd name="connsiteY79" fmla="*/ 98620 h 129623"/>
              <a:gd name="connsiteX80" fmla="*/ 98620 w 758937"/>
              <a:gd name="connsiteY80" fmla="*/ 85438 h 129623"/>
              <a:gd name="connsiteX81" fmla="*/ 106188 w 758937"/>
              <a:gd name="connsiteY81" fmla="*/ 76162 h 129623"/>
              <a:gd name="connsiteX82" fmla="*/ 117905 w 758937"/>
              <a:gd name="connsiteY82" fmla="*/ 70792 h 129623"/>
              <a:gd name="connsiteX83" fmla="*/ 132308 w 758937"/>
              <a:gd name="connsiteY83" fmla="*/ 69083 h 129623"/>
              <a:gd name="connsiteX84" fmla="*/ 144513 w 758937"/>
              <a:gd name="connsiteY84" fmla="*/ 70059 h 129623"/>
              <a:gd name="connsiteX85" fmla="*/ 152813 w 758937"/>
              <a:gd name="connsiteY85" fmla="*/ 72500 h 129623"/>
              <a:gd name="connsiteX86" fmla="*/ 152813 w 758937"/>
              <a:gd name="connsiteY86" fmla="*/ 65665 h 129623"/>
              <a:gd name="connsiteX87" fmla="*/ 148419 w 758937"/>
              <a:gd name="connsiteY87" fmla="*/ 54192 h 129623"/>
              <a:gd name="connsiteX88" fmla="*/ 135481 w 758937"/>
              <a:gd name="connsiteY88" fmla="*/ 50287 h 129623"/>
              <a:gd name="connsiteX89" fmla="*/ 122787 w 758937"/>
              <a:gd name="connsiteY89" fmla="*/ 51751 h 129623"/>
              <a:gd name="connsiteX90" fmla="*/ 111802 w 758937"/>
              <a:gd name="connsiteY90" fmla="*/ 56145 h 129623"/>
              <a:gd name="connsiteX91" fmla="*/ 104723 w 758937"/>
              <a:gd name="connsiteY91" fmla="*/ 42475 h 129623"/>
              <a:gd name="connsiteX92" fmla="*/ 118881 w 758937"/>
              <a:gd name="connsiteY92" fmla="*/ 36372 h 129623"/>
              <a:gd name="connsiteX93" fmla="*/ 136213 w 758937"/>
              <a:gd name="connsiteY93" fmla="*/ 34175 h 129623"/>
              <a:gd name="connsiteX94" fmla="*/ 726226 w 758937"/>
              <a:gd name="connsiteY94" fmla="*/ 33931 h 129623"/>
              <a:gd name="connsiteX95" fmla="*/ 740629 w 758937"/>
              <a:gd name="connsiteY95" fmla="*/ 36617 h 129623"/>
              <a:gd name="connsiteX96" fmla="*/ 750881 w 758937"/>
              <a:gd name="connsiteY96" fmla="*/ 44428 h 129623"/>
              <a:gd name="connsiteX97" fmla="*/ 756984 w 758937"/>
              <a:gd name="connsiteY97" fmla="*/ 57122 h 129623"/>
              <a:gd name="connsiteX98" fmla="*/ 758937 w 758937"/>
              <a:gd name="connsiteY98" fmla="*/ 75186 h 129623"/>
              <a:gd name="connsiteX99" fmla="*/ 758937 w 758937"/>
              <a:gd name="connsiteY99" fmla="*/ 127670 h 129623"/>
              <a:gd name="connsiteX100" fmla="*/ 741117 w 758937"/>
              <a:gd name="connsiteY100" fmla="*/ 127670 h 129623"/>
              <a:gd name="connsiteX101" fmla="*/ 741117 w 758937"/>
              <a:gd name="connsiteY101" fmla="*/ 75674 h 129623"/>
              <a:gd name="connsiteX102" fmla="*/ 736723 w 758937"/>
              <a:gd name="connsiteY102" fmla="*/ 56878 h 129623"/>
              <a:gd name="connsiteX103" fmla="*/ 722321 w 758937"/>
              <a:gd name="connsiteY103" fmla="*/ 50531 h 129623"/>
              <a:gd name="connsiteX104" fmla="*/ 714265 w 758937"/>
              <a:gd name="connsiteY104" fmla="*/ 51995 h 129623"/>
              <a:gd name="connsiteX105" fmla="*/ 708162 w 758937"/>
              <a:gd name="connsiteY105" fmla="*/ 56878 h 129623"/>
              <a:gd name="connsiteX106" fmla="*/ 704501 w 758937"/>
              <a:gd name="connsiteY106" fmla="*/ 64445 h 129623"/>
              <a:gd name="connsiteX107" fmla="*/ 703280 w 758937"/>
              <a:gd name="connsiteY107" fmla="*/ 73965 h 129623"/>
              <a:gd name="connsiteX108" fmla="*/ 703280 w 758937"/>
              <a:gd name="connsiteY108" fmla="*/ 127670 h 129623"/>
              <a:gd name="connsiteX109" fmla="*/ 685216 w 758937"/>
              <a:gd name="connsiteY109" fmla="*/ 127670 h 129623"/>
              <a:gd name="connsiteX110" fmla="*/ 685216 w 758937"/>
              <a:gd name="connsiteY110" fmla="*/ 35884 h 129623"/>
              <a:gd name="connsiteX111" fmla="*/ 703280 w 758937"/>
              <a:gd name="connsiteY111" fmla="*/ 35884 h 129623"/>
              <a:gd name="connsiteX112" fmla="*/ 703280 w 758937"/>
              <a:gd name="connsiteY112" fmla="*/ 44672 h 129623"/>
              <a:gd name="connsiteX113" fmla="*/ 707430 w 758937"/>
              <a:gd name="connsiteY113" fmla="*/ 40278 h 129623"/>
              <a:gd name="connsiteX114" fmla="*/ 712800 w 758937"/>
              <a:gd name="connsiteY114" fmla="*/ 36861 h 129623"/>
              <a:gd name="connsiteX115" fmla="*/ 719147 w 758937"/>
              <a:gd name="connsiteY115" fmla="*/ 34664 h 129623"/>
              <a:gd name="connsiteX116" fmla="*/ 726226 w 758937"/>
              <a:gd name="connsiteY116" fmla="*/ 33931 h 129623"/>
              <a:gd name="connsiteX117" fmla="*/ 543876 w 758937"/>
              <a:gd name="connsiteY117" fmla="*/ 33931 h 129623"/>
              <a:gd name="connsiteX118" fmla="*/ 558279 w 758937"/>
              <a:gd name="connsiteY118" fmla="*/ 36617 h 129623"/>
              <a:gd name="connsiteX119" fmla="*/ 568531 w 758937"/>
              <a:gd name="connsiteY119" fmla="*/ 44428 h 129623"/>
              <a:gd name="connsiteX120" fmla="*/ 574634 w 758937"/>
              <a:gd name="connsiteY120" fmla="*/ 57122 h 129623"/>
              <a:gd name="connsiteX121" fmla="*/ 576587 w 758937"/>
              <a:gd name="connsiteY121" fmla="*/ 75186 h 129623"/>
              <a:gd name="connsiteX122" fmla="*/ 576587 w 758937"/>
              <a:gd name="connsiteY122" fmla="*/ 127670 h 129623"/>
              <a:gd name="connsiteX123" fmla="*/ 558767 w 758937"/>
              <a:gd name="connsiteY123" fmla="*/ 127670 h 129623"/>
              <a:gd name="connsiteX124" fmla="*/ 558767 w 758937"/>
              <a:gd name="connsiteY124" fmla="*/ 75674 h 129623"/>
              <a:gd name="connsiteX125" fmla="*/ 554373 w 758937"/>
              <a:gd name="connsiteY125" fmla="*/ 56878 h 129623"/>
              <a:gd name="connsiteX126" fmla="*/ 539971 w 758937"/>
              <a:gd name="connsiteY126" fmla="*/ 50531 h 129623"/>
              <a:gd name="connsiteX127" fmla="*/ 531915 w 758937"/>
              <a:gd name="connsiteY127" fmla="*/ 51995 h 129623"/>
              <a:gd name="connsiteX128" fmla="*/ 525812 w 758937"/>
              <a:gd name="connsiteY128" fmla="*/ 56878 h 129623"/>
              <a:gd name="connsiteX129" fmla="*/ 522151 w 758937"/>
              <a:gd name="connsiteY129" fmla="*/ 64445 h 129623"/>
              <a:gd name="connsiteX130" fmla="*/ 520930 w 758937"/>
              <a:gd name="connsiteY130" fmla="*/ 73965 h 129623"/>
              <a:gd name="connsiteX131" fmla="*/ 520930 w 758937"/>
              <a:gd name="connsiteY131" fmla="*/ 127670 h 129623"/>
              <a:gd name="connsiteX132" fmla="*/ 502866 w 758937"/>
              <a:gd name="connsiteY132" fmla="*/ 127670 h 129623"/>
              <a:gd name="connsiteX133" fmla="*/ 502866 w 758937"/>
              <a:gd name="connsiteY133" fmla="*/ 35884 h 129623"/>
              <a:gd name="connsiteX134" fmla="*/ 520930 w 758937"/>
              <a:gd name="connsiteY134" fmla="*/ 35884 h 129623"/>
              <a:gd name="connsiteX135" fmla="*/ 520930 w 758937"/>
              <a:gd name="connsiteY135" fmla="*/ 44672 h 129623"/>
              <a:gd name="connsiteX136" fmla="*/ 525080 w 758937"/>
              <a:gd name="connsiteY136" fmla="*/ 40278 h 129623"/>
              <a:gd name="connsiteX137" fmla="*/ 530450 w 758937"/>
              <a:gd name="connsiteY137" fmla="*/ 36861 h 129623"/>
              <a:gd name="connsiteX138" fmla="*/ 536797 w 758937"/>
              <a:gd name="connsiteY138" fmla="*/ 34664 h 129623"/>
              <a:gd name="connsiteX139" fmla="*/ 543876 w 758937"/>
              <a:gd name="connsiteY139" fmla="*/ 33931 h 129623"/>
              <a:gd name="connsiteX140" fmla="*/ 630779 w 758937"/>
              <a:gd name="connsiteY140" fmla="*/ 33687 h 129623"/>
              <a:gd name="connsiteX141" fmla="*/ 647135 w 758937"/>
              <a:gd name="connsiteY141" fmla="*/ 37105 h 129623"/>
              <a:gd name="connsiteX142" fmla="*/ 660073 w 758937"/>
              <a:gd name="connsiteY142" fmla="*/ 46625 h 129623"/>
              <a:gd name="connsiteX143" fmla="*/ 668617 w 758937"/>
              <a:gd name="connsiteY143" fmla="*/ 61516 h 129623"/>
              <a:gd name="connsiteX144" fmla="*/ 672034 w 758937"/>
              <a:gd name="connsiteY144" fmla="*/ 81289 h 129623"/>
              <a:gd name="connsiteX145" fmla="*/ 668861 w 758937"/>
              <a:gd name="connsiteY145" fmla="*/ 101794 h 129623"/>
              <a:gd name="connsiteX146" fmla="*/ 660073 w 758937"/>
              <a:gd name="connsiteY146" fmla="*/ 116929 h 129623"/>
              <a:gd name="connsiteX147" fmla="*/ 646891 w 758937"/>
              <a:gd name="connsiteY147" fmla="*/ 126449 h 129623"/>
              <a:gd name="connsiteX148" fmla="*/ 630535 w 758937"/>
              <a:gd name="connsiteY148" fmla="*/ 129623 h 129623"/>
              <a:gd name="connsiteX149" fmla="*/ 614424 w 758937"/>
              <a:gd name="connsiteY149" fmla="*/ 126205 h 129623"/>
              <a:gd name="connsiteX150" fmla="*/ 601730 w 758937"/>
              <a:gd name="connsiteY150" fmla="*/ 116441 h 129623"/>
              <a:gd name="connsiteX151" fmla="*/ 593186 w 758937"/>
              <a:gd name="connsiteY151" fmla="*/ 101306 h 129623"/>
              <a:gd name="connsiteX152" fmla="*/ 590013 w 758937"/>
              <a:gd name="connsiteY152" fmla="*/ 81777 h 129623"/>
              <a:gd name="connsiteX153" fmla="*/ 593186 w 758937"/>
              <a:gd name="connsiteY153" fmla="*/ 61516 h 129623"/>
              <a:gd name="connsiteX154" fmla="*/ 601730 w 758937"/>
              <a:gd name="connsiteY154" fmla="*/ 46381 h 129623"/>
              <a:gd name="connsiteX155" fmla="*/ 614668 w 758937"/>
              <a:gd name="connsiteY155" fmla="*/ 36861 h 129623"/>
              <a:gd name="connsiteX156" fmla="*/ 630779 w 758937"/>
              <a:gd name="connsiteY156" fmla="*/ 33687 h 129623"/>
              <a:gd name="connsiteX157" fmla="*/ 450871 w 758937"/>
              <a:gd name="connsiteY157" fmla="*/ 33687 h 129623"/>
              <a:gd name="connsiteX158" fmla="*/ 467959 w 758937"/>
              <a:gd name="connsiteY158" fmla="*/ 37349 h 129623"/>
              <a:gd name="connsiteX159" fmla="*/ 479920 w 758937"/>
              <a:gd name="connsiteY159" fmla="*/ 47357 h 129623"/>
              <a:gd name="connsiteX160" fmla="*/ 486999 w 758937"/>
              <a:gd name="connsiteY160" fmla="*/ 62004 h 129623"/>
              <a:gd name="connsiteX161" fmla="*/ 489684 w 758937"/>
              <a:gd name="connsiteY161" fmla="*/ 79824 h 129623"/>
              <a:gd name="connsiteX162" fmla="*/ 489440 w 758937"/>
              <a:gd name="connsiteY162" fmla="*/ 84462 h 129623"/>
              <a:gd name="connsiteX163" fmla="*/ 489196 w 758937"/>
              <a:gd name="connsiteY163" fmla="*/ 88124 h 129623"/>
              <a:gd name="connsiteX164" fmla="*/ 428413 w 758937"/>
              <a:gd name="connsiteY164" fmla="*/ 88124 h 129623"/>
              <a:gd name="connsiteX165" fmla="*/ 431342 w 758937"/>
              <a:gd name="connsiteY165" fmla="*/ 99597 h 129623"/>
              <a:gd name="connsiteX166" fmla="*/ 436469 w 758937"/>
              <a:gd name="connsiteY166" fmla="*/ 107408 h 129623"/>
              <a:gd name="connsiteX167" fmla="*/ 443548 w 758937"/>
              <a:gd name="connsiteY167" fmla="*/ 112047 h 129623"/>
              <a:gd name="connsiteX168" fmla="*/ 451603 w 758937"/>
              <a:gd name="connsiteY168" fmla="*/ 113511 h 129623"/>
              <a:gd name="connsiteX169" fmla="*/ 457218 w 758937"/>
              <a:gd name="connsiteY169" fmla="*/ 113023 h 129623"/>
              <a:gd name="connsiteX170" fmla="*/ 462344 w 758937"/>
              <a:gd name="connsiteY170" fmla="*/ 111558 h 129623"/>
              <a:gd name="connsiteX171" fmla="*/ 466738 w 758937"/>
              <a:gd name="connsiteY171" fmla="*/ 109361 h 129623"/>
              <a:gd name="connsiteX172" fmla="*/ 471620 w 758937"/>
              <a:gd name="connsiteY172" fmla="*/ 106188 h 129623"/>
              <a:gd name="connsiteX173" fmla="*/ 482361 w 758937"/>
              <a:gd name="connsiteY173" fmla="*/ 117661 h 129623"/>
              <a:gd name="connsiteX174" fmla="*/ 475770 w 758937"/>
              <a:gd name="connsiteY174" fmla="*/ 122787 h 129623"/>
              <a:gd name="connsiteX175" fmla="*/ 468935 w 758937"/>
              <a:gd name="connsiteY175" fmla="*/ 126449 h 129623"/>
              <a:gd name="connsiteX176" fmla="*/ 460635 w 758937"/>
              <a:gd name="connsiteY176" fmla="*/ 128890 h 129623"/>
              <a:gd name="connsiteX177" fmla="*/ 450383 w 758937"/>
              <a:gd name="connsiteY177" fmla="*/ 129623 h 129623"/>
              <a:gd name="connsiteX178" fmla="*/ 439154 w 758937"/>
              <a:gd name="connsiteY178" fmla="*/ 127914 h 129623"/>
              <a:gd name="connsiteX179" fmla="*/ 429877 w 758937"/>
              <a:gd name="connsiteY179" fmla="*/ 123520 h 129623"/>
              <a:gd name="connsiteX180" fmla="*/ 422554 w 758937"/>
              <a:gd name="connsiteY180" fmla="*/ 117417 h 129623"/>
              <a:gd name="connsiteX181" fmla="*/ 416452 w 758937"/>
              <a:gd name="connsiteY181" fmla="*/ 108629 h 129623"/>
              <a:gd name="connsiteX182" fmla="*/ 412058 w 758937"/>
              <a:gd name="connsiteY182" fmla="*/ 96424 h 129623"/>
              <a:gd name="connsiteX183" fmla="*/ 410593 w 758937"/>
              <a:gd name="connsiteY183" fmla="*/ 81777 h 129623"/>
              <a:gd name="connsiteX184" fmla="*/ 413522 w 758937"/>
              <a:gd name="connsiteY184" fmla="*/ 61272 h 129623"/>
              <a:gd name="connsiteX185" fmla="*/ 421822 w 758937"/>
              <a:gd name="connsiteY185" fmla="*/ 46137 h 129623"/>
              <a:gd name="connsiteX186" fmla="*/ 434516 w 758937"/>
              <a:gd name="connsiteY186" fmla="*/ 36861 h 129623"/>
              <a:gd name="connsiteX187" fmla="*/ 450871 w 758937"/>
              <a:gd name="connsiteY187" fmla="*/ 33687 h 129623"/>
              <a:gd name="connsiteX188" fmla="*/ 18064 w 758937"/>
              <a:gd name="connsiteY188" fmla="*/ 22213 h 129623"/>
              <a:gd name="connsiteX189" fmla="*/ 18064 w 758937"/>
              <a:gd name="connsiteY189" fmla="*/ 64445 h 129623"/>
              <a:gd name="connsiteX190" fmla="*/ 51019 w 758937"/>
              <a:gd name="connsiteY190" fmla="*/ 64445 h 129623"/>
              <a:gd name="connsiteX191" fmla="*/ 66886 w 758937"/>
              <a:gd name="connsiteY191" fmla="*/ 58830 h 129623"/>
              <a:gd name="connsiteX192" fmla="*/ 71769 w 758937"/>
              <a:gd name="connsiteY192" fmla="*/ 43451 h 129623"/>
              <a:gd name="connsiteX193" fmla="*/ 70304 w 758937"/>
              <a:gd name="connsiteY193" fmla="*/ 34419 h 129623"/>
              <a:gd name="connsiteX194" fmla="*/ 66154 w 758937"/>
              <a:gd name="connsiteY194" fmla="*/ 27828 h 129623"/>
              <a:gd name="connsiteX195" fmla="*/ 59563 w 758937"/>
              <a:gd name="connsiteY195" fmla="*/ 23678 h 129623"/>
              <a:gd name="connsiteX196" fmla="*/ 51019 w 758937"/>
              <a:gd name="connsiteY196" fmla="*/ 22213 h 129623"/>
              <a:gd name="connsiteX197" fmla="*/ 0 w 758937"/>
              <a:gd name="connsiteY197" fmla="*/ 5126 h 129623"/>
              <a:gd name="connsiteX198" fmla="*/ 51263 w 758937"/>
              <a:gd name="connsiteY198" fmla="*/ 5126 h 129623"/>
              <a:gd name="connsiteX199" fmla="*/ 66886 w 758937"/>
              <a:gd name="connsiteY199" fmla="*/ 7567 h 129623"/>
              <a:gd name="connsiteX200" fmla="*/ 79336 w 758937"/>
              <a:gd name="connsiteY200" fmla="*/ 14890 h 129623"/>
              <a:gd name="connsiteX201" fmla="*/ 87636 w 758937"/>
              <a:gd name="connsiteY201" fmla="*/ 26852 h 129623"/>
              <a:gd name="connsiteX202" fmla="*/ 90321 w 758937"/>
              <a:gd name="connsiteY202" fmla="*/ 43451 h 129623"/>
              <a:gd name="connsiteX203" fmla="*/ 87392 w 758937"/>
              <a:gd name="connsiteY203" fmla="*/ 60051 h 129623"/>
              <a:gd name="connsiteX204" fmla="*/ 79092 w 758937"/>
              <a:gd name="connsiteY204" fmla="*/ 72012 h 129623"/>
              <a:gd name="connsiteX205" fmla="*/ 66398 w 758937"/>
              <a:gd name="connsiteY205" fmla="*/ 79336 h 129623"/>
              <a:gd name="connsiteX206" fmla="*/ 50043 w 758937"/>
              <a:gd name="connsiteY206" fmla="*/ 81777 h 129623"/>
              <a:gd name="connsiteX207" fmla="*/ 18064 w 758937"/>
              <a:gd name="connsiteY207" fmla="*/ 81777 h 129623"/>
              <a:gd name="connsiteX208" fmla="*/ 18064 w 758937"/>
              <a:gd name="connsiteY208" fmla="*/ 127426 h 129623"/>
              <a:gd name="connsiteX209" fmla="*/ 0 w 758937"/>
              <a:gd name="connsiteY209" fmla="*/ 127426 h 129623"/>
              <a:gd name="connsiteX210" fmla="*/ 284388 w 758937"/>
              <a:gd name="connsiteY210" fmla="*/ 244 h 129623"/>
              <a:gd name="connsiteX211" fmla="*/ 284388 w 758937"/>
              <a:gd name="connsiteY211" fmla="*/ 35884 h 129623"/>
              <a:gd name="connsiteX212" fmla="*/ 307090 w 758937"/>
              <a:gd name="connsiteY212" fmla="*/ 35884 h 129623"/>
              <a:gd name="connsiteX213" fmla="*/ 307090 w 758937"/>
              <a:gd name="connsiteY213" fmla="*/ 52240 h 129623"/>
              <a:gd name="connsiteX214" fmla="*/ 284388 w 758937"/>
              <a:gd name="connsiteY214" fmla="*/ 52240 h 129623"/>
              <a:gd name="connsiteX215" fmla="*/ 284388 w 758937"/>
              <a:gd name="connsiteY215" fmla="*/ 102038 h 129623"/>
              <a:gd name="connsiteX216" fmla="*/ 284876 w 758937"/>
              <a:gd name="connsiteY216" fmla="*/ 107408 h 129623"/>
              <a:gd name="connsiteX217" fmla="*/ 286585 w 758937"/>
              <a:gd name="connsiteY217" fmla="*/ 110826 h 129623"/>
              <a:gd name="connsiteX218" fmla="*/ 289514 w 758937"/>
              <a:gd name="connsiteY218" fmla="*/ 112535 h 129623"/>
              <a:gd name="connsiteX219" fmla="*/ 293664 w 758937"/>
              <a:gd name="connsiteY219" fmla="*/ 113023 h 129623"/>
              <a:gd name="connsiteX220" fmla="*/ 300743 w 758937"/>
              <a:gd name="connsiteY220" fmla="*/ 111802 h 129623"/>
              <a:gd name="connsiteX221" fmla="*/ 306846 w 758937"/>
              <a:gd name="connsiteY221" fmla="*/ 109361 h 129623"/>
              <a:gd name="connsiteX222" fmla="*/ 304893 w 758937"/>
              <a:gd name="connsiteY222" fmla="*/ 125228 h 129623"/>
              <a:gd name="connsiteX223" fmla="*/ 297082 w 758937"/>
              <a:gd name="connsiteY223" fmla="*/ 128402 h 129623"/>
              <a:gd name="connsiteX224" fmla="*/ 287317 w 758937"/>
              <a:gd name="connsiteY224" fmla="*/ 129622 h 129623"/>
              <a:gd name="connsiteX225" fmla="*/ 279017 w 758937"/>
              <a:gd name="connsiteY225" fmla="*/ 128402 h 129623"/>
              <a:gd name="connsiteX226" fmla="*/ 272671 w 758937"/>
              <a:gd name="connsiteY226" fmla="*/ 124252 h 129623"/>
              <a:gd name="connsiteX227" fmla="*/ 268277 w 758937"/>
              <a:gd name="connsiteY227" fmla="*/ 116684 h 129623"/>
              <a:gd name="connsiteX228" fmla="*/ 266812 w 758937"/>
              <a:gd name="connsiteY228" fmla="*/ 105456 h 129623"/>
              <a:gd name="connsiteX229" fmla="*/ 266812 w 758937"/>
              <a:gd name="connsiteY229" fmla="*/ 52240 h 129623"/>
              <a:gd name="connsiteX230" fmla="*/ 253630 w 758937"/>
              <a:gd name="connsiteY230" fmla="*/ 52240 h 129623"/>
              <a:gd name="connsiteX231" fmla="*/ 253630 w 758937"/>
              <a:gd name="connsiteY231" fmla="*/ 35884 h 129623"/>
              <a:gd name="connsiteX232" fmla="*/ 266812 w 758937"/>
              <a:gd name="connsiteY232" fmla="*/ 35884 h 129623"/>
              <a:gd name="connsiteX233" fmla="*/ 266812 w 758937"/>
              <a:gd name="connsiteY233" fmla="*/ 9764 h 129623"/>
              <a:gd name="connsiteX234" fmla="*/ 341265 w 758937"/>
              <a:gd name="connsiteY234" fmla="*/ 0 h 129623"/>
              <a:gd name="connsiteX235" fmla="*/ 341265 w 758937"/>
              <a:gd name="connsiteY235" fmla="*/ 44428 h 129623"/>
              <a:gd name="connsiteX236" fmla="*/ 345415 w 758937"/>
              <a:gd name="connsiteY236" fmla="*/ 40034 h 129623"/>
              <a:gd name="connsiteX237" fmla="*/ 350785 w 758937"/>
              <a:gd name="connsiteY237" fmla="*/ 36617 h 129623"/>
              <a:gd name="connsiteX238" fmla="*/ 357132 w 758937"/>
              <a:gd name="connsiteY238" fmla="*/ 34420 h 129623"/>
              <a:gd name="connsiteX239" fmla="*/ 364211 w 758937"/>
              <a:gd name="connsiteY239" fmla="*/ 33687 h 129623"/>
              <a:gd name="connsiteX240" fmla="*/ 378614 w 758937"/>
              <a:gd name="connsiteY240" fmla="*/ 36372 h 129623"/>
              <a:gd name="connsiteX241" fmla="*/ 388866 w 758937"/>
              <a:gd name="connsiteY241" fmla="*/ 44184 h 129623"/>
              <a:gd name="connsiteX242" fmla="*/ 394969 w 758937"/>
              <a:gd name="connsiteY242" fmla="*/ 57366 h 129623"/>
              <a:gd name="connsiteX243" fmla="*/ 396922 w 758937"/>
              <a:gd name="connsiteY243" fmla="*/ 74942 h 129623"/>
              <a:gd name="connsiteX244" fmla="*/ 396922 w 758937"/>
              <a:gd name="connsiteY244" fmla="*/ 127425 h 129623"/>
              <a:gd name="connsiteX245" fmla="*/ 379346 w 758937"/>
              <a:gd name="connsiteY245" fmla="*/ 127425 h 129623"/>
              <a:gd name="connsiteX246" fmla="*/ 379346 w 758937"/>
              <a:gd name="connsiteY246" fmla="*/ 75674 h 129623"/>
              <a:gd name="connsiteX247" fmla="*/ 374708 w 758937"/>
              <a:gd name="connsiteY247" fmla="*/ 56634 h 129623"/>
              <a:gd name="connsiteX248" fmla="*/ 360306 w 758937"/>
              <a:gd name="connsiteY248" fmla="*/ 50287 h 129623"/>
              <a:gd name="connsiteX249" fmla="*/ 352494 w 758937"/>
              <a:gd name="connsiteY249" fmla="*/ 51751 h 129623"/>
              <a:gd name="connsiteX250" fmla="*/ 346392 w 758937"/>
              <a:gd name="connsiteY250" fmla="*/ 56389 h 129623"/>
              <a:gd name="connsiteX251" fmla="*/ 342486 w 758937"/>
              <a:gd name="connsiteY251" fmla="*/ 63713 h 129623"/>
              <a:gd name="connsiteX252" fmla="*/ 341265 w 758937"/>
              <a:gd name="connsiteY252" fmla="*/ 73721 h 129623"/>
              <a:gd name="connsiteX253" fmla="*/ 341265 w 758937"/>
              <a:gd name="connsiteY253" fmla="*/ 127425 h 129623"/>
              <a:gd name="connsiteX254" fmla="*/ 323201 w 758937"/>
              <a:gd name="connsiteY254" fmla="*/ 127425 h 129623"/>
              <a:gd name="connsiteX255" fmla="*/ 323201 w 758937"/>
              <a:gd name="connsiteY255" fmla="*/ 9520 h 129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758937" h="129623">
                <a:moveTo>
                  <a:pt x="132308" y="84218"/>
                </a:moveTo>
                <a:cubicBezTo>
                  <a:pt x="126449" y="84218"/>
                  <a:pt x="121811" y="85438"/>
                  <a:pt x="118637" y="87880"/>
                </a:cubicBezTo>
                <a:cubicBezTo>
                  <a:pt x="115220" y="90321"/>
                  <a:pt x="113511" y="93738"/>
                  <a:pt x="113511" y="97888"/>
                </a:cubicBezTo>
                <a:cubicBezTo>
                  <a:pt x="113511" y="100573"/>
                  <a:pt x="113999" y="103014"/>
                  <a:pt x="114976" y="104723"/>
                </a:cubicBezTo>
                <a:cubicBezTo>
                  <a:pt x="115952" y="106676"/>
                  <a:pt x="117173" y="108141"/>
                  <a:pt x="118637" y="109361"/>
                </a:cubicBezTo>
                <a:cubicBezTo>
                  <a:pt x="120102" y="110582"/>
                  <a:pt x="121811" y="111558"/>
                  <a:pt x="123764" y="112046"/>
                </a:cubicBezTo>
                <a:cubicBezTo>
                  <a:pt x="125717" y="112535"/>
                  <a:pt x="128158" y="113023"/>
                  <a:pt x="131087" y="113023"/>
                </a:cubicBezTo>
                <a:cubicBezTo>
                  <a:pt x="133528" y="113023"/>
                  <a:pt x="135725" y="112779"/>
                  <a:pt x="137922" y="112046"/>
                </a:cubicBezTo>
                <a:cubicBezTo>
                  <a:pt x="140119" y="111314"/>
                  <a:pt x="142316" y="110582"/>
                  <a:pt x="144269" y="109361"/>
                </a:cubicBezTo>
                <a:cubicBezTo>
                  <a:pt x="146222" y="108141"/>
                  <a:pt x="147931" y="106920"/>
                  <a:pt x="149395" y="105699"/>
                </a:cubicBezTo>
                <a:cubicBezTo>
                  <a:pt x="150860" y="104235"/>
                  <a:pt x="152325" y="103014"/>
                  <a:pt x="153301" y="101550"/>
                </a:cubicBezTo>
                <a:lnTo>
                  <a:pt x="153301" y="88368"/>
                </a:lnTo>
                <a:cubicBezTo>
                  <a:pt x="151592" y="87635"/>
                  <a:pt x="150128" y="86903"/>
                  <a:pt x="148663" y="86415"/>
                </a:cubicBezTo>
                <a:cubicBezTo>
                  <a:pt x="147198" y="85927"/>
                  <a:pt x="145978" y="85682"/>
                  <a:pt x="144513" y="85194"/>
                </a:cubicBezTo>
                <a:cubicBezTo>
                  <a:pt x="143049" y="84950"/>
                  <a:pt x="141340" y="84706"/>
                  <a:pt x="139143" y="84462"/>
                </a:cubicBezTo>
                <a:cubicBezTo>
                  <a:pt x="136946" y="84218"/>
                  <a:pt x="134749" y="84218"/>
                  <a:pt x="132308" y="84218"/>
                </a:cubicBezTo>
                <a:close/>
                <a:moveTo>
                  <a:pt x="630291" y="51019"/>
                </a:moveTo>
                <a:cubicBezTo>
                  <a:pt x="626874" y="51019"/>
                  <a:pt x="623700" y="51751"/>
                  <a:pt x="621015" y="53216"/>
                </a:cubicBezTo>
                <a:cubicBezTo>
                  <a:pt x="618330" y="54681"/>
                  <a:pt x="615889" y="56634"/>
                  <a:pt x="614180" y="59319"/>
                </a:cubicBezTo>
                <a:cubicBezTo>
                  <a:pt x="612227" y="62004"/>
                  <a:pt x="610763" y="65178"/>
                  <a:pt x="609786" y="68839"/>
                </a:cubicBezTo>
                <a:cubicBezTo>
                  <a:pt x="608809" y="72501"/>
                  <a:pt x="608321" y="76651"/>
                  <a:pt x="608321" y="81289"/>
                </a:cubicBezTo>
                <a:cubicBezTo>
                  <a:pt x="608321" y="86415"/>
                  <a:pt x="608809" y="90809"/>
                  <a:pt x="610030" y="94715"/>
                </a:cubicBezTo>
                <a:cubicBezTo>
                  <a:pt x="611251" y="98620"/>
                  <a:pt x="612715" y="101794"/>
                  <a:pt x="614668" y="104479"/>
                </a:cubicBezTo>
                <a:cubicBezTo>
                  <a:pt x="616621" y="107164"/>
                  <a:pt x="619062" y="109117"/>
                  <a:pt x="621991" y="110338"/>
                </a:cubicBezTo>
                <a:cubicBezTo>
                  <a:pt x="624921" y="111802"/>
                  <a:pt x="627850" y="112291"/>
                  <a:pt x="631268" y="112291"/>
                </a:cubicBezTo>
                <a:cubicBezTo>
                  <a:pt x="634685" y="112291"/>
                  <a:pt x="637859" y="111558"/>
                  <a:pt x="640544" y="109849"/>
                </a:cubicBezTo>
                <a:cubicBezTo>
                  <a:pt x="643229" y="108141"/>
                  <a:pt x="645670" y="105944"/>
                  <a:pt x="647623" y="103259"/>
                </a:cubicBezTo>
                <a:cubicBezTo>
                  <a:pt x="649576" y="100573"/>
                  <a:pt x="651041" y="97156"/>
                  <a:pt x="652261" y="93494"/>
                </a:cubicBezTo>
                <a:cubicBezTo>
                  <a:pt x="653238" y="90077"/>
                  <a:pt x="653726" y="85927"/>
                  <a:pt x="653726" y="81777"/>
                </a:cubicBezTo>
                <a:cubicBezTo>
                  <a:pt x="653726" y="77139"/>
                  <a:pt x="653238" y="72989"/>
                  <a:pt x="652017" y="69083"/>
                </a:cubicBezTo>
                <a:cubicBezTo>
                  <a:pt x="651041" y="65422"/>
                  <a:pt x="649332" y="62004"/>
                  <a:pt x="647379" y="59319"/>
                </a:cubicBezTo>
                <a:cubicBezTo>
                  <a:pt x="645426" y="56634"/>
                  <a:pt x="642985" y="54681"/>
                  <a:pt x="640056" y="53216"/>
                </a:cubicBezTo>
                <a:cubicBezTo>
                  <a:pt x="637126" y="51751"/>
                  <a:pt x="633953" y="51019"/>
                  <a:pt x="630291" y="51019"/>
                </a:cubicBezTo>
                <a:close/>
                <a:moveTo>
                  <a:pt x="449650" y="50287"/>
                </a:moveTo>
                <a:cubicBezTo>
                  <a:pt x="446477" y="50287"/>
                  <a:pt x="443792" y="50775"/>
                  <a:pt x="441351" y="51751"/>
                </a:cubicBezTo>
                <a:cubicBezTo>
                  <a:pt x="438910" y="52728"/>
                  <a:pt x="436957" y="54192"/>
                  <a:pt x="435248" y="56145"/>
                </a:cubicBezTo>
                <a:cubicBezTo>
                  <a:pt x="433539" y="58098"/>
                  <a:pt x="432075" y="60539"/>
                  <a:pt x="431098" y="63225"/>
                </a:cubicBezTo>
                <a:cubicBezTo>
                  <a:pt x="429877" y="66154"/>
                  <a:pt x="429145" y="69327"/>
                  <a:pt x="428901" y="72989"/>
                </a:cubicBezTo>
                <a:lnTo>
                  <a:pt x="471329" y="72989"/>
                </a:lnTo>
                <a:lnTo>
                  <a:pt x="471376" y="73233"/>
                </a:lnTo>
                <a:lnTo>
                  <a:pt x="471376" y="72989"/>
                </a:lnTo>
                <a:lnTo>
                  <a:pt x="471329" y="72989"/>
                </a:lnTo>
                <a:lnTo>
                  <a:pt x="469667" y="64445"/>
                </a:lnTo>
                <a:cubicBezTo>
                  <a:pt x="468691" y="61760"/>
                  <a:pt x="467470" y="59319"/>
                  <a:pt x="465762" y="57122"/>
                </a:cubicBezTo>
                <a:cubicBezTo>
                  <a:pt x="464053" y="54925"/>
                  <a:pt x="461856" y="53460"/>
                  <a:pt x="459171" y="52240"/>
                </a:cubicBezTo>
                <a:cubicBezTo>
                  <a:pt x="456485" y="51019"/>
                  <a:pt x="453312" y="50287"/>
                  <a:pt x="449650" y="50287"/>
                </a:cubicBezTo>
                <a:close/>
                <a:moveTo>
                  <a:pt x="227510" y="34419"/>
                </a:moveTo>
                <a:cubicBezTo>
                  <a:pt x="231172" y="34419"/>
                  <a:pt x="234345" y="34663"/>
                  <a:pt x="236786" y="35396"/>
                </a:cubicBezTo>
                <a:cubicBezTo>
                  <a:pt x="239228" y="36128"/>
                  <a:pt x="241424" y="37105"/>
                  <a:pt x="243133" y="38325"/>
                </a:cubicBezTo>
                <a:lnTo>
                  <a:pt x="238251" y="54924"/>
                </a:lnTo>
                <a:cubicBezTo>
                  <a:pt x="236298" y="53948"/>
                  <a:pt x="234345" y="52972"/>
                  <a:pt x="232148" y="52483"/>
                </a:cubicBezTo>
                <a:cubicBezTo>
                  <a:pt x="229951" y="51995"/>
                  <a:pt x="227510" y="51751"/>
                  <a:pt x="224581" y="51751"/>
                </a:cubicBezTo>
                <a:cubicBezTo>
                  <a:pt x="218722" y="51751"/>
                  <a:pt x="214328" y="53704"/>
                  <a:pt x="211155" y="57610"/>
                </a:cubicBezTo>
                <a:cubicBezTo>
                  <a:pt x="207982" y="61516"/>
                  <a:pt x="206517" y="67374"/>
                  <a:pt x="206517" y="75430"/>
                </a:cubicBezTo>
                <a:lnTo>
                  <a:pt x="206517" y="127914"/>
                </a:lnTo>
                <a:lnTo>
                  <a:pt x="188453" y="127914"/>
                </a:lnTo>
                <a:lnTo>
                  <a:pt x="188453" y="36128"/>
                </a:lnTo>
                <a:lnTo>
                  <a:pt x="206517" y="36128"/>
                </a:lnTo>
                <a:lnTo>
                  <a:pt x="206517" y="44916"/>
                </a:lnTo>
                <a:cubicBezTo>
                  <a:pt x="207493" y="43451"/>
                  <a:pt x="208714" y="41987"/>
                  <a:pt x="210179" y="40766"/>
                </a:cubicBezTo>
                <a:cubicBezTo>
                  <a:pt x="211643" y="39546"/>
                  <a:pt x="213352" y="38325"/>
                  <a:pt x="215061" y="37349"/>
                </a:cubicBezTo>
                <a:cubicBezTo>
                  <a:pt x="216770" y="36372"/>
                  <a:pt x="218722" y="35640"/>
                  <a:pt x="220919" y="35152"/>
                </a:cubicBezTo>
                <a:cubicBezTo>
                  <a:pt x="222872" y="34663"/>
                  <a:pt x="225069" y="34419"/>
                  <a:pt x="227510" y="34419"/>
                </a:cubicBezTo>
                <a:close/>
                <a:moveTo>
                  <a:pt x="136213" y="34175"/>
                </a:moveTo>
                <a:cubicBezTo>
                  <a:pt x="141340" y="34175"/>
                  <a:pt x="145978" y="34907"/>
                  <a:pt x="150372" y="36128"/>
                </a:cubicBezTo>
                <a:cubicBezTo>
                  <a:pt x="154522" y="37349"/>
                  <a:pt x="158183" y="39301"/>
                  <a:pt x="161357" y="41743"/>
                </a:cubicBezTo>
                <a:cubicBezTo>
                  <a:pt x="164286" y="44184"/>
                  <a:pt x="166727" y="47601"/>
                  <a:pt x="168436" y="51507"/>
                </a:cubicBezTo>
                <a:cubicBezTo>
                  <a:pt x="170145" y="55413"/>
                  <a:pt x="170877" y="59807"/>
                  <a:pt x="170877" y="65177"/>
                </a:cubicBezTo>
                <a:lnTo>
                  <a:pt x="170877" y="128158"/>
                </a:lnTo>
                <a:lnTo>
                  <a:pt x="153301" y="128158"/>
                </a:lnTo>
                <a:lnTo>
                  <a:pt x="153301" y="127669"/>
                </a:lnTo>
                <a:lnTo>
                  <a:pt x="153301" y="118637"/>
                </a:lnTo>
                <a:cubicBezTo>
                  <a:pt x="150860" y="120835"/>
                  <a:pt x="149151" y="122299"/>
                  <a:pt x="147443" y="123276"/>
                </a:cubicBezTo>
                <a:cubicBezTo>
                  <a:pt x="145978" y="124252"/>
                  <a:pt x="144269" y="125228"/>
                  <a:pt x="142560" y="126205"/>
                </a:cubicBezTo>
                <a:cubicBezTo>
                  <a:pt x="140851" y="127181"/>
                  <a:pt x="138899" y="127914"/>
                  <a:pt x="136213" y="128646"/>
                </a:cubicBezTo>
                <a:cubicBezTo>
                  <a:pt x="133772" y="129378"/>
                  <a:pt x="130843" y="129622"/>
                  <a:pt x="127914" y="129622"/>
                </a:cubicBezTo>
                <a:cubicBezTo>
                  <a:pt x="124252" y="129622"/>
                  <a:pt x="120590" y="129134"/>
                  <a:pt x="116685" y="127914"/>
                </a:cubicBezTo>
                <a:cubicBezTo>
                  <a:pt x="112779" y="126693"/>
                  <a:pt x="109605" y="124984"/>
                  <a:pt x="106432" y="122543"/>
                </a:cubicBezTo>
                <a:cubicBezTo>
                  <a:pt x="103503" y="120102"/>
                  <a:pt x="100817" y="116929"/>
                  <a:pt x="98864" y="113023"/>
                </a:cubicBezTo>
                <a:cubicBezTo>
                  <a:pt x="96911" y="109117"/>
                  <a:pt x="95935" y="104235"/>
                  <a:pt x="95935" y="98620"/>
                </a:cubicBezTo>
                <a:cubicBezTo>
                  <a:pt x="95935" y="93494"/>
                  <a:pt x="96911" y="89100"/>
                  <a:pt x="98620" y="85438"/>
                </a:cubicBezTo>
                <a:cubicBezTo>
                  <a:pt x="100573" y="81777"/>
                  <a:pt x="103014" y="78603"/>
                  <a:pt x="106188" y="76162"/>
                </a:cubicBezTo>
                <a:cubicBezTo>
                  <a:pt x="109361" y="73721"/>
                  <a:pt x="113267" y="72012"/>
                  <a:pt x="117905" y="70792"/>
                </a:cubicBezTo>
                <a:cubicBezTo>
                  <a:pt x="122299" y="69571"/>
                  <a:pt x="127181" y="69083"/>
                  <a:pt x="132308" y="69083"/>
                </a:cubicBezTo>
                <a:cubicBezTo>
                  <a:pt x="137190" y="69083"/>
                  <a:pt x="141096" y="69327"/>
                  <a:pt x="144513" y="70059"/>
                </a:cubicBezTo>
                <a:cubicBezTo>
                  <a:pt x="147931" y="70792"/>
                  <a:pt x="150616" y="71524"/>
                  <a:pt x="152813" y="72500"/>
                </a:cubicBezTo>
                <a:lnTo>
                  <a:pt x="152813" y="65665"/>
                </a:lnTo>
                <a:cubicBezTo>
                  <a:pt x="152813" y="60539"/>
                  <a:pt x="151348" y="56877"/>
                  <a:pt x="148419" y="54192"/>
                </a:cubicBezTo>
                <a:cubicBezTo>
                  <a:pt x="145490" y="51507"/>
                  <a:pt x="141096" y="50287"/>
                  <a:pt x="135481" y="50287"/>
                </a:cubicBezTo>
                <a:cubicBezTo>
                  <a:pt x="130843" y="50287"/>
                  <a:pt x="126449" y="50775"/>
                  <a:pt x="122787" y="51751"/>
                </a:cubicBezTo>
                <a:cubicBezTo>
                  <a:pt x="118881" y="52728"/>
                  <a:pt x="115220" y="54192"/>
                  <a:pt x="111802" y="56145"/>
                </a:cubicBezTo>
                <a:lnTo>
                  <a:pt x="104723" y="42475"/>
                </a:lnTo>
                <a:cubicBezTo>
                  <a:pt x="109117" y="39790"/>
                  <a:pt x="113755" y="37593"/>
                  <a:pt x="118881" y="36372"/>
                </a:cubicBezTo>
                <a:cubicBezTo>
                  <a:pt x="124008" y="34907"/>
                  <a:pt x="129622" y="34175"/>
                  <a:pt x="136213" y="34175"/>
                </a:cubicBezTo>
                <a:close/>
                <a:moveTo>
                  <a:pt x="726226" y="33931"/>
                </a:moveTo>
                <a:cubicBezTo>
                  <a:pt x="731841" y="33931"/>
                  <a:pt x="736479" y="34908"/>
                  <a:pt x="740629" y="36617"/>
                </a:cubicBezTo>
                <a:cubicBezTo>
                  <a:pt x="744779" y="38325"/>
                  <a:pt x="748196" y="41010"/>
                  <a:pt x="750881" y="44428"/>
                </a:cubicBezTo>
                <a:cubicBezTo>
                  <a:pt x="753567" y="47845"/>
                  <a:pt x="755519" y="51995"/>
                  <a:pt x="756984" y="57122"/>
                </a:cubicBezTo>
                <a:cubicBezTo>
                  <a:pt x="758449" y="62248"/>
                  <a:pt x="758937" y="68351"/>
                  <a:pt x="758937" y="75186"/>
                </a:cubicBezTo>
                <a:lnTo>
                  <a:pt x="758937" y="127670"/>
                </a:lnTo>
                <a:lnTo>
                  <a:pt x="741117" y="127670"/>
                </a:lnTo>
                <a:lnTo>
                  <a:pt x="741117" y="75674"/>
                </a:lnTo>
                <a:cubicBezTo>
                  <a:pt x="741117" y="67374"/>
                  <a:pt x="739652" y="61028"/>
                  <a:pt x="736723" y="56878"/>
                </a:cubicBezTo>
                <a:cubicBezTo>
                  <a:pt x="733794" y="52728"/>
                  <a:pt x="728911" y="50531"/>
                  <a:pt x="722321" y="50531"/>
                </a:cubicBezTo>
                <a:cubicBezTo>
                  <a:pt x="719391" y="50531"/>
                  <a:pt x="716706" y="51019"/>
                  <a:pt x="714265" y="51995"/>
                </a:cubicBezTo>
                <a:cubicBezTo>
                  <a:pt x="711824" y="52972"/>
                  <a:pt x="709871" y="54681"/>
                  <a:pt x="708162" y="56878"/>
                </a:cubicBezTo>
                <a:cubicBezTo>
                  <a:pt x="706454" y="59075"/>
                  <a:pt x="705233" y="61516"/>
                  <a:pt x="704501" y="64445"/>
                </a:cubicBezTo>
                <a:cubicBezTo>
                  <a:pt x="703768" y="67374"/>
                  <a:pt x="703280" y="70548"/>
                  <a:pt x="703280" y="73965"/>
                </a:cubicBezTo>
                <a:lnTo>
                  <a:pt x="703280" y="127670"/>
                </a:lnTo>
                <a:lnTo>
                  <a:pt x="685216" y="127670"/>
                </a:lnTo>
                <a:lnTo>
                  <a:pt x="685216" y="35884"/>
                </a:lnTo>
                <a:lnTo>
                  <a:pt x="703280" y="35884"/>
                </a:lnTo>
                <a:lnTo>
                  <a:pt x="703280" y="44672"/>
                </a:lnTo>
                <a:cubicBezTo>
                  <a:pt x="704501" y="42963"/>
                  <a:pt x="705721" y="41499"/>
                  <a:pt x="707430" y="40278"/>
                </a:cubicBezTo>
                <a:cubicBezTo>
                  <a:pt x="709139" y="39058"/>
                  <a:pt x="710848" y="37837"/>
                  <a:pt x="712800" y="36861"/>
                </a:cubicBezTo>
                <a:cubicBezTo>
                  <a:pt x="714753" y="35884"/>
                  <a:pt x="716950" y="35152"/>
                  <a:pt x="719147" y="34664"/>
                </a:cubicBezTo>
                <a:cubicBezTo>
                  <a:pt x="721344" y="34175"/>
                  <a:pt x="723785" y="33931"/>
                  <a:pt x="726226" y="33931"/>
                </a:cubicBezTo>
                <a:close/>
                <a:moveTo>
                  <a:pt x="543876" y="33931"/>
                </a:moveTo>
                <a:cubicBezTo>
                  <a:pt x="549491" y="33931"/>
                  <a:pt x="554129" y="34908"/>
                  <a:pt x="558279" y="36617"/>
                </a:cubicBezTo>
                <a:cubicBezTo>
                  <a:pt x="562429" y="38325"/>
                  <a:pt x="565846" y="41010"/>
                  <a:pt x="568531" y="44428"/>
                </a:cubicBezTo>
                <a:cubicBezTo>
                  <a:pt x="571217" y="47845"/>
                  <a:pt x="573169" y="51995"/>
                  <a:pt x="574634" y="57122"/>
                </a:cubicBezTo>
                <a:cubicBezTo>
                  <a:pt x="576099" y="62248"/>
                  <a:pt x="576587" y="68351"/>
                  <a:pt x="576587" y="75186"/>
                </a:cubicBezTo>
                <a:lnTo>
                  <a:pt x="576587" y="127670"/>
                </a:lnTo>
                <a:lnTo>
                  <a:pt x="558767" y="127670"/>
                </a:lnTo>
                <a:lnTo>
                  <a:pt x="558767" y="75674"/>
                </a:lnTo>
                <a:cubicBezTo>
                  <a:pt x="558767" y="67374"/>
                  <a:pt x="557302" y="61028"/>
                  <a:pt x="554373" y="56878"/>
                </a:cubicBezTo>
                <a:cubicBezTo>
                  <a:pt x="551444" y="52728"/>
                  <a:pt x="546561" y="50531"/>
                  <a:pt x="539971" y="50531"/>
                </a:cubicBezTo>
                <a:cubicBezTo>
                  <a:pt x="537041" y="50531"/>
                  <a:pt x="534356" y="51019"/>
                  <a:pt x="531915" y="51995"/>
                </a:cubicBezTo>
                <a:cubicBezTo>
                  <a:pt x="529474" y="52972"/>
                  <a:pt x="527521" y="54681"/>
                  <a:pt x="525812" y="56878"/>
                </a:cubicBezTo>
                <a:cubicBezTo>
                  <a:pt x="524104" y="59075"/>
                  <a:pt x="522883" y="61516"/>
                  <a:pt x="522151" y="64445"/>
                </a:cubicBezTo>
                <a:cubicBezTo>
                  <a:pt x="521418" y="67374"/>
                  <a:pt x="520930" y="70548"/>
                  <a:pt x="520930" y="73965"/>
                </a:cubicBezTo>
                <a:lnTo>
                  <a:pt x="520930" y="127670"/>
                </a:lnTo>
                <a:lnTo>
                  <a:pt x="502866" y="127670"/>
                </a:lnTo>
                <a:lnTo>
                  <a:pt x="502866" y="35884"/>
                </a:lnTo>
                <a:lnTo>
                  <a:pt x="520930" y="35884"/>
                </a:lnTo>
                <a:lnTo>
                  <a:pt x="520930" y="44672"/>
                </a:lnTo>
                <a:cubicBezTo>
                  <a:pt x="522151" y="42963"/>
                  <a:pt x="523371" y="41499"/>
                  <a:pt x="525080" y="40278"/>
                </a:cubicBezTo>
                <a:cubicBezTo>
                  <a:pt x="526789" y="39058"/>
                  <a:pt x="528498" y="37837"/>
                  <a:pt x="530450" y="36861"/>
                </a:cubicBezTo>
                <a:cubicBezTo>
                  <a:pt x="532403" y="35884"/>
                  <a:pt x="534600" y="35152"/>
                  <a:pt x="536797" y="34664"/>
                </a:cubicBezTo>
                <a:cubicBezTo>
                  <a:pt x="538994" y="34175"/>
                  <a:pt x="541435" y="33931"/>
                  <a:pt x="543876" y="33931"/>
                </a:cubicBezTo>
                <a:close/>
                <a:moveTo>
                  <a:pt x="630779" y="33687"/>
                </a:moveTo>
                <a:cubicBezTo>
                  <a:pt x="636638" y="33687"/>
                  <a:pt x="642008" y="34908"/>
                  <a:pt x="647135" y="37105"/>
                </a:cubicBezTo>
                <a:cubicBezTo>
                  <a:pt x="652017" y="39302"/>
                  <a:pt x="656411" y="42475"/>
                  <a:pt x="660073" y="46625"/>
                </a:cubicBezTo>
                <a:cubicBezTo>
                  <a:pt x="663734" y="50775"/>
                  <a:pt x="666664" y="55657"/>
                  <a:pt x="668617" y="61516"/>
                </a:cubicBezTo>
                <a:cubicBezTo>
                  <a:pt x="670814" y="67619"/>
                  <a:pt x="672034" y="74209"/>
                  <a:pt x="672034" y="81289"/>
                </a:cubicBezTo>
                <a:cubicBezTo>
                  <a:pt x="672034" y="88856"/>
                  <a:pt x="671058" y="95691"/>
                  <a:pt x="668861" y="101794"/>
                </a:cubicBezTo>
                <a:cubicBezTo>
                  <a:pt x="666664" y="107653"/>
                  <a:pt x="663734" y="112779"/>
                  <a:pt x="660073" y="116929"/>
                </a:cubicBezTo>
                <a:cubicBezTo>
                  <a:pt x="656411" y="121079"/>
                  <a:pt x="652017" y="124252"/>
                  <a:pt x="646891" y="126449"/>
                </a:cubicBezTo>
                <a:cubicBezTo>
                  <a:pt x="641765" y="128646"/>
                  <a:pt x="636394" y="129623"/>
                  <a:pt x="630535" y="129623"/>
                </a:cubicBezTo>
                <a:cubicBezTo>
                  <a:pt x="624677" y="129623"/>
                  <a:pt x="619306" y="128402"/>
                  <a:pt x="614424" y="126205"/>
                </a:cubicBezTo>
                <a:cubicBezTo>
                  <a:pt x="609542" y="124008"/>
                  <a:pt x="605148" y="120590"/>
                  <a:pt x="601730" y="116441"/>
                </a:cubicBezTo>
                <a:cubicBezTo>
                  <a:pt x="598069" y="112291"/>
                  <a:pt x="595383" y="107164"/>
                  <a:pt x="593186" y="101306"/>
                </a:cubicBezTo>
                <a:cubicBezTo>
                  <a:pt x="591234" y="95447"/>
                  <a:pt x="590013" y="88856"/>
                  <a:pt x="590013" y="81777"/>
                </a:cubicBezTo>
                <a:cubicBezTo>
                  <a:pt x="590013" y="74209"/>
                  <a:pt x="590989" y="67619"/>
                  <a:pt x="593186" y="61516"/>
                </a:cubicBezTo>
                <a:cubicBezTo>
                  <a:pt x="595383" y="55657"/>
                  <a:pt x="598069" y="50531"/>
                  <a:pt x="601730" y="46381"/>
                </a:cubicBezTo>
                <a:cubicBezTo>
                  <a:pt x="605392" y="42231"/>
                  <a:pt x="609786" y="39058"/>
                  <a:pt x="614668" y="36861"/>
                </a:cubicBezTo>
                <a:cubicBezTo>
                  <a:pt x="619550" y="34664"/>
                  <a:pt x="624921" y="33687"/>
                  <a:pt x="630779" y="33687"/>
                </a:cubicBezTo>
                <a:close/>
                <a:moveTo>
                  <a:pt x="450871" y="33687"/>
                </a:moveTo>
                <a:cubicBezTo>
                  <a:pt x="457462" y="33687"/>
                  <a:pt x="463077" y="34908"/>
                  <a:pt x="467959" y="37349"/>
                </a:cubicBezTo>
                <a:cubicBezTo>
                  <a:pt x="472841" y="39790"/>
                  <a:pt x="476746" y="43208"/>
                  <a:pt x="479920" y="47357"/>
                </a:cubicBezTo>
                <a:cubicBezTo>
                  <a:pt x="483093" y="51507"/>
                  <a:pt x="485534" y="56390"/>
                  <a:pt x="486999" y="62004"/>
                </a:cubicBezTo>
                <a:cubicBezTo>
                  <a:pt x="488708" y="67863"/>
                  <a:pt x="489684" y="73721"/>
                  <a:pt x="489684" y="79824"/>
                </a:cubicBezTo>
                <a:cubicBezTo>
                  <a:pt x="489684" y="81533"/>
                  <a:pt x="489684" y="82997"/>
                  <a:pt x="489440" y="84462"/>
                </a:cubicBezTo>
                <a:cubicBezTo>
                  <a:pt x="489440" y="85927"/>
                  <a:pt x="489196" y="87147"/>
                  <a:pt x="489196" y="88124"/>
                </a:cubicBezTo>
                <a:lnTo>
                  <a:pt x="428413" y="88124"/>
                </a:lnTo>
                <a:cubicBezTo>
                  <a:pt x="428901" y="92518"/>
                  <a:pt x="429877" y="96424"/>
                  <a:pt x="431342" y="99597"/>
                </a:cubicBezTo>
                <a:cubicBezTo>
                  <a:pt x="432807" y="102770"/>
                  <a:pt x="434516" y="105456"/>
                  <a:pt x="436469" y="107408"/>
                </a:cubicBezTo>
                <a:cubicBezTo>
                  <a:pt x="438421" y="109361"/>
                  <a:pt x="440862" y="111070"/>
                  <a:pt x="443548" y="112047"/>
                </a:cubicBezTo>
                <a:cubicBezTo>
                  <a:pt x="446233" y="113023"/>
                  <a:pt x="448918" y="113511"/>
                  <a:pt x="451603" y="113511"/>
                </a:cubicBezTo>
                <a:cubicBezTo>
                  <a:pt x="453556" y="113511"/>
                  <a:pt x="455509" y="113267"/>
                  <a:pt x="457218" y="113023"/>
                </a:cubicBezTo>
                <a:cubicBezTo>
                  <a:pt x="458927" y="112779"/>
                  <a:pt x="460635" y="112291"/>
                  <a:pt x="462344" y="111558"/>
                </a:cubicBezTo>
                <a:cubicBezTo>
                  <a:pt x="464053" y="110826"/>
                  <a:pt x="465518" y="110094"/>
                  <a:pt x="466738" y="109361"/>
                </a:cubicBezTo>
                <a:cubicBezTo>
                  <a:pt x="467959" y="108629"/>
                  <a:pt x="469667" y="107653"/>
                  <a:pt x="471620" y="106188"/>
                </a:cubicBezTo>
                <a:lnTo>
                  <a:pt x="482361" y="117661"/>
                </a:lnTo>
                <a:cubicBezTo>
                  <a:pt x="480164" y="119858"/>
                  <a:pt x="477967" y="121567"/>
                  <a:pt x="475770" y="122787"/>
                </a:cubicBezTo>
                <a:cubicBezTo>
                  <a:pt x="473573" y="124008"/>
                  <a:pt x="471376" y="125229"/>
                  <a:pt x="468935" y="126449"/>
                </a:cubicBezTo>
                <a:cubicBezTo>
                  <a:pt x="466494" y="127425"/>
                  <a:pt x="463809" y="128402"/>
                  <a:pt x="460635" y="128890"/>
                </a:cubicBezTo>
                <a:cubicBezTo>
                  <a:pt x="457462" y="129378"/>
                  <a:pt x="454288" y="129623"/>
                  <a:pt x="450383" y="129623"/>
                </a:cubicBezTo>
                <a:cubicBezTo>
                  <a:pt x="446477" y="129623"/>
                  <a:pt x="442571" y="129134"/>
                  <a:pt x="439154" y="127914"/>
                </a:cubicBezTo>
                <a:cubicBezTo>
                  <a:pt x="435736" y="126693"/>
                  <a:pt x="432563" y="125473"/>
                  <a:pt x="429877" y="123520"/>
                </a:cubicBezTo>
                <a:cubicBezTo>
                  <a:pt x="427192" y="121811"/>
                  <a:pt x="424751" y="119614"/>
                  <a:pt x="422554" y="117417"/>
                </a:cubicBezTo>
                <a:cubicBezTo>
                  <a:pt x="420357" y="115220"/>
                  <a:pt x="418404" y="112047"/>
                  <a:pt x="416452" y="108629"/>
                </a:cubicBezTo>
                <a:cubicBezTo>
                  <a:pt x="414499" y="104967"/>
                  <a:pt x="413034" y="101062"/>
                  <a:pt x="412058" y="96424"/>
                </a:cubicBezTo>
                <a:cubicBezTo>
                  <a:pt x="411081" y="92030"/>
                  <a:pt x="410593" y="87147"/>
                  <a:pt x="410593" y="81777"/>
                </a:cubicBezTo>
                <a:cubicBezTo>
                  <a:pt x="410593" y="73965"/>
                  <a:pt x="411569" y="67130"/>
                  <a:pt x="413522" y="61272"/>
                </a:cubicBezTo>
                <a:cubicBezTo>
                  <a:pt x="415475" y="55413"/>
                  <a:pt x="418160" y="50287"/>
                  <a:pt x="421822" y="46137"/>
                </a:cubicBezTo>
                <a:cubicBezTo>
                  <a:pt x="425240" y="41987"/>
                  <a:pt x="429633" y="39058"/>
                  <a:pt x="434516" y="36861"/>
                </a:cubicBezTo>
                <a:cubicBezTo>
                  <a:pt x="439398" y="34664"/>
                  <a:pt x="445012" y="33687"/>
                  <a:pt x="450871" y="33687"/>
                </a:cubicBezTo>
                <a:close/>
                <a:moveTo>
                  <a:pt x="18064" y="22213"/>
                </a:moveTo>
                <a:lnTo>
                  <a:pt x="18064" y="64445"/>
                </a:lnTo>
                <a:lnTo>
                  <a:pt x="51019" y="64445"/>
                </a:lnTo>
                <a:cubicBezTo>
                  <a:pt x="58098" y="64445"/>
                  <a:pt x="63225" y="62492"/>
                  <a:pt x="66886" y="58830"/>
                </a:cubicBezTo>
                <a:cubicBezTo>
                  <a:pt x="69816" y="55413"/>
                  <a:pt x="71769" y="50042"/>
                  <a:pt x="71769" y="43451"/>
                </a:cubicBezTo>
                <a:cubicBezTo>
                  <a:pt x="71769" y="40034"/>
                  <a:pt x="71280" y="37105"/>
                  <a:pt x="70304" y="34419"/>
                </a:cubicBezTo>
                <a:cubicBezTo>
                  <a:pt x="69327" y="31734"/>
                  <a:pt x="67863" y="29537"/>
                  <a:pt x="66154" y="27828"/>
                </a:cubicBezTo>
                <a:cubicBezTo>
                  <a:pt x="64445" y="26119"/>
                  <a:pt x="62248" y="24655"/>
                  <a:pt x="59563" y="23678"/>
                </a:cubicBezTo>
                <a:cubicBezTo>
                  <a:pt x="56878" y="22702"/>
                  <a:pt x="54193" y="22213"/>
                  <a:pt x="51019" y="22213"/>
                </a:cubicBezTo>
                <a:close/>
                <a:moveTo>
                  <a:pt x="0" y="5126"/>
                </a:moveTo>
                <a:lnTo>
                  <a:pt x="51263" y="5126"/>
                </a:lnTo>
                <a:cubicBezTo>
                  <a:pt x="56878" y="5126"/>
                  <a:pt x="62004" y="5858"/>
                  <a:pt x="66886" y="7567"/>
                </a:cubicBezTo>
                <a:cubicBezTo>
                  <a:pt x="71769" y="9275"/>
                  <a:pt x="75919" y="11473"/>
                  <a:pt x="79336" y="14890"/>
                </a:cubicBezTo>
                <a:cubicBezTo>
                  <a:pt x="82753" y="18064"/>
                  <a:pt x="85683" y="21969"/>
                  <a:pt x="87636" y="26852"/>
                </a:cubicBezTo>
                <a:cubicBezTo>
                  <a:pt x="89345" y="31734"/>
                  <a:pt x="90321" y="37349"/>
                  <a:pt x="90321" y="43451"/>
                </a:cubicBezTo>
                <a:cubicBezTo>
                  <a:pt x="90321" y="49799"/>
                  <a:pt x="89345" y="55413"/>
                  <a:pt x="87392" y="60051"/>
                </a:cubicBezTo>
                <a:cubicBezTo>
                  <a:pt x="85439" y="64933"/>
                  <a:pt x="82509" y="68839"/>
                  <a:pt x="79092" y="72012"/>
                </a:cubicBezTo>
                <a:cubicBezTo>
                  <a:pt x="75430" y="75186"/>
                  <a:pt x="71280" y="77627"/>
                  <a:pt x="66398" y="79336"/>
                </a:cubicBezTo>
                <a:cubicBezTo>
                  <a:pt x="61516" y="81045"/>
                  <a:pt x="55901" y="81777"/>
                  <a:pt x="50043" y="81777"/>
                </a:cubicBezTo>
                <a:lnTo>
                  <a:pt x="18064" y="81777"/>
                </a:lnTo>
                <a:lnTo>
                  <a:pt x="18064" y="127426"/>
                </a:lnTo>
                <a:lnTo>
                  <a:pt x="0" y="127426"/>
                </a:lnTo>
                <a:close/>
                <a:moveTo>
                  <a:pt x="284388" y="244"/>
                </a:moveTo>
                <a:lnTo>
                  <a:pt x="284388" y="35884"/>
                </a:lnTo>
                <a:lnTo>
                  <a:pt x="307090" y="35884"/>
                </a:lnTo>
                <a:lnTo>
                  <a:pt x="307090" y="52240"/>
                </a:lnTo>
                <a:lnTo>
                  <a:pt x="284388" y="52240"/>
                </a:lnTo>
                <a:lnTo>
                  <a:pt x="284388" y="102038"/>
                </a:lnTo>
                <a:cubicBezTo>
                  <a:pt x="284388" y="104235"/>
                  <a:pt x="284632" y="105944"/>
                  <a:pt x="284876" y="107408"/>
                </a:cubicBezTo>
                <a:cubicBezTo>
                  <a:pt x="285364" y="108873"/>
                  <a:pt x="285853" y="109850"/>
                  <a:pt x="286585" y="110826"/>
                </a:cubicBezTo>
                <a:cubicBezTo>
                  <a:pt x="287317" y="111558"/>
                  <a:pt x="288294" y="112291"/>
                  <a:pt x="289514" y="112535"/>
                </a:cubicBezTo>
                <a:cubicBezTo>
                  <a:pt x="290735" y="112779"/>
                  <a:pt x="292199" y="113023"/>
                  <a:pt x="293664" y="113023"/>
                </a:cubicBezTo>
                <a:cubicBezTo>
                  <a:pt x="296105" y="113023"/>
                  <a:pt x="298302" y="112535"/>
                  <a:pt x="300743" y="111802"/>
                </a:cubicBezTo>
                <a:cubicBezTo>
                  <a:pt x="303184" y="111070"/>
                  <a:pt x="305137" y="110093"/>
                  <a:pt x="306846" y="109361"/>
                </a:cubicBezTo>
                <a:lnTo>
                  <a:pt x="304893" y="125228"/>
                </a:lnTo>
                <a:cubicBezTo>
                  <a:pt x="302696" y="126449"/>
                  <a:pt x="300011" y="127425"/>
                  <a:pt x="297082" y="128402"/>
                </a:cubicBezTo>
                <a:cubicBezTo>
                  <a:pt x="294152" y="129134"/>
                  <a:pt x="290735" y="129622"/>
                  <a:pt x="287317" y="129622"/>
                </a:cubicBezTo>
                <a:cubicBezTo>
                  <a:pt x="284144" y="129622"/>
                  <a:pt x="281459" y="129134"/>
                  <a:pt x="279017" y="128402"/>
                </a:cubicBezTo>
                <a:cubicBezTo>
                  <a:pt x="276576" y="127425"/>
                  <a:pt x="274623" y="126205"/>
                  <a:pt x="272671" y="124252"/>
                </a:cubicBezTo>
                <a:cubicBezTo>
                  <a:pt x="270718" y="122299"/>
                  <a:pt x="269253" y="119858"/>
                  <a:pt x="268277" y="116684"/>
                </a:cubicBezTo>
                <a:cubicBezTo>
                  <a:pt x="267300" y="113511"/>
                  <a:pt x="266812" y="109850"/>
                  <a:pt x="266812" y="105456"/>
                </a:cubicBezTo>
                <a:lnTo>
                  <a:pt x="266812" y="52240"/>
                </a:lnTo>
                <a:lnTo>
                  <a:pt x="253630" y="52240"/>
                </a:lnTo>
                <a:lnTo>
                  <a:pt x="253630" y="35884"/>
                </a:lnTo>
                <a:lnTo>
                  <a:pt x="266812" y="35884"/>
                </a:lnTo>
                <a:lnTo>
                  <a:pt x="266812" y="9764"/>
                </a:lnTo>
                <a:close/>
                <a:moveTo>
                  <a:pt x="341265" y="0"/>
                </a:moveTo>
                <a:lnTo>
                  <a:pt x="341265" y="44428"/>
                </a:lnTo>
                <a:cubicBezTo>
                  <a:pt x="342486" y="42719"/>
                  <a:pt x="343706" y="41255"/>
                  <a:pt x="345415" y="40034"/>
                </a:cubicBezTo>
                <a:cubicBezTo>
                  <a:pt x="347124" y="38813"/>
                  <a:pt x="348833" y="37593"/>
                  <a:pt x="350785" y="36617"/>
                </a:cubicBezTo>
                <a:cubicBezTo>
                  <a:pt x="352738" y="35640"/>
                  <a:pt x="354935" y="34908"/>
                  <a:pt x="357132" y="34420"/>
                </a:cubicBezTo>
                <a:cubicBezTo>
                  <a:pt x="359329" y="33931"/>
                  <a:pt x="361770" y="33687"/>
                  <a:pt x="364211" y="33687"/>
                </a:cubicBezTo>
                <a:cubicBezTo>
                  <a:pt x="369826" y="33687"/>
                  <a:pt x="374464" y="34664"/>
                  <a:pt x="378614" y="36372"/>
                </a:cubicBezTo>
                <a:cubicBezTo>
                  <a:pt x="382764" y="38081"/>
                  <a:pt x="385937" y="40766"/>
                  <a:pt x="388866" y="44184"/>
                </a:cubicBezTo>
                <a:cubicBezTo>
                  <a:pt x="391552" y="47602"/>
                  <a:pt x="393748" y="51995"/>
                  <a:pt x="394969" y="57366"/>
                </a:cubicBezTo>
                <a:cubicBezTo>
                  <a:pt x="396190" y="62736"/>
                  <a:pt x="396922" y="68595"/>
                  <a:pt x="396922" y="74942"/>
                </a:cubicBezTo>
                <a:lnTo>
                  <a:pt x="396922" y="127425"/>
                </a:lnTo>
                <a:lnTo>
                  <a:pt x="379346" y="127425"/>
                </a:lnTo>
                <a:lnTo>
                  <a:pt x="379346" y="75674"/>
                </a:lnTo>
                <a:cubicBezTo>
                  <a:pt x="379346" y="67130"/>
                  <a:pt x="377881" y="60783"/>
                  <a:pt x="374708" y="56634"/>
                </a:cubicBezTo>
                <a:cubicBezTo>
                  <a:pt x="371779" y="52484"/>
                  <a:pt x="366896" y="50287"/>
                  <a:pt x="360306" y="50287"/>
                </a:cubicBezTo>
                <a:cubicBezTo>
                  <a:pt x="357621" y="50287"/>
                  <a:pt x="354935" y="50775"/>
                  <a:pt x="352494" y="51751"/>
                </a:cubicBezTo>
                <a:cubicBezTo>
                  <a:pt x="350053" y="52728"/>
                  <a:pt x="348100" y="54192"/>
                  <a:pt x="346392" y="56389"/>
                </a:cubicBezTo>
                <a:cubicBezTo>
                  <a:pt x="344683" y="58586"/>
                  <a:pt x="343462" y="61028"/>
                  <a:pt x="342486" y="63713"/>
                </a:cubicBezTo>
                <a:cubicBezTo>
                  <a:pt x="341753" y="66642"/>
                  <a:pt x="341265" y="69815"/>
                  <a:pt x="341265" y="73721"/>
                </a:cubicBezTo>
                <a:lnTo>
                  <a:pt x="341265" y="127425"/>
                </a:lnTo>
                <a:lnTo>
                  <a:pt x="323201" y="127425"/>
                </a:lnTo>
                <a:lnTo>
                  <a:pt x="323201" y="9520"/>
                </a:lnTo>
                <a:close/>
              </a:path>
            </a:pathLst>
          </a:custGeom>
          <a:solidFill>
            <a:srgbClr val="1A9AFA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A791F6DF-6EA0-5CF0-E65C-503BC94EB274}"/>
              </a:ext>
            </a:extLst>
          </p:cNvPr>
          <p:cNvSpPr>
            <a:spLocks noGrp="1"/>
          </p:cNvSpPr>
          <p:nvPr>
            <p:ph type="dgm" sz="quarter" idx="31" hasCustomPrompt="1"/>
          </p:nvPr>
        </p:nvSpPr>
        <p:spPr>
          <a:xfrm>
            <a:off x="485523" y="1005026"/>
            <a:ext cx="7380000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1600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3779B6A-ADBB-12B9-2C8F-FD4CDFEEA84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1919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779B6A-ADBB-12B9-2C8F-FD4CDFEEA8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9777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5113" y="0"/>
            <a:ext cx="3036886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3290888" y="1411287"/>
            <a:ext cx="2549525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468690-9C07-32F0-8029-E127A361B770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6117908" y="1411287"/>
            <a:ext cx="2549525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452E42-0F44-3CC2-78EC-9EE78A1B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82588"/>
            <a:ext cx="8181910" cy="638175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1C7AF73A-5E2F-12D1-45A4-CD3FEC24FE97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005026"/>
            <a:ext cx="8172000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SmartArt Placeholder 30">
            <a:extLst>
              <a:ext uri="{FF2B5EF4-FFF2-40B4-BE49-F238E27FC236}">
                <a16:creationId xmlns:a16="http://schemas.microsoft.com/office/drawing/2014/main" id="{A5CB72FD-1D82-FBF1-BA19-1368C83AE841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10864485" y="6275796"/>
            <a:ext cx="346392" cy="126450"/>
          </a:xfrm>
          <a:custGeom>
            <a:avLst/>
            <a:gdLst>
              <a:gd name="connsiteX0" fmla="*/ 346392 w 346392"/>
              <a:gd name="connsiteY0" fmla="*/ 0 h 126450"/>
              <a:gd name="connsiteX1" fmla="*/ 346392 w 346392"/>
              <a:gd name="connsiteY1" fmla="*/ 65422 h 126450"/>
              <a:gd name="connsiteX2" fmla="*/ 0 w 346392"/>
              <a:gd name="connsiteY2" fmla="*/ 126450 h 12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392" h="126450">
                <a:moveTo>
                  <a:pt x="346392" y="0"/>
                </a:moveTo>
                <a:lnTo>
                  <a:pt x="346392" y="65422"/>
                </a:lnTo>
                <a:lnTo>
                  <a:pt x="0" y="126450"/>
                </a:lnTo>
                <a:close/>
              </a:path>
            </a:pathLst>
          </a:custGeom>
          <a:solidFill>
            <a:srgbClr val="FBE74D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martArt Placeholder 29">
            <a:extLst>
              <a:ext uri="{FF2B5EF4-FFF2-40B4-BE49-F238E27FC236}">
                <a16:creationId xmlns:a16="http://schemas.microsoft.com/office/drawing/2014/main" id="{F7E780B5-EC09-9670-0C1D-7BCD843F623B}"/>
              </a:ext>
            </a:extLst>
          </p:cNvPr>
          <p:cNvSpPr>
            <a:spLocks noGrp="1"/>
          </p:cNvSpPr>
          <p:nvPr>
            <p:ph type="dgm" sz="quarter" idx="32" hasCustomPrompt="1"/>
          </p:nvPr>
        </p:nvSpPr>
        <p:spPr>
          <a:xfrm>
            <a:off x="10867415" y="6454973"/>
            <a:ext cx="290979" cy="175270"/>
          </a:xfrm>
          <a:custGeom>
            <a:avLst/>
            <a:gdLst>
              <a:gd name="connsiteX0" fmla="*/ 115952 w 290979"/>
              <a:gd name="connsiteY0" fmla="*/ 0 h 175270"/>
              <a:gd name="connsiteX1" fmla="*/ 174051 w 290979"/>
              <a:gd name="connsiteY1" fmla="*/ 0 h 175270"/>
              <a:gd name="connsiteX2" fmla="*/ 203832 w 290979"/>
              <a:gd name="connsiteY2" fmla="*/ 57122 h 175270"/>
              <a:gd name="connsiteX3" fmla="*/ 233614 w 290979"/>
              <a:gd name="connsiteY3" fmla="*/ 0 h 175270"/>
              <a:gd name="connsiteX4" fmla="*/ 290979 w 290979"/>
              <a:gd name="connsiteY4" fmla="*/ 0 h 175270"/>
              <a:gd name="connsiteX5" fmla="*/ 229708 w 290979"/>
              <a:gd name="connsiteY5" fmla="*/ 105944 h 175270"/>
              <a:gd name="connsiteX6" fmla="*/ 229708 w 290979"/>
              <a:gd name="connsiteY6" fmla="*/ 175270 h 175270"/>
              <a:gd name="connsiteX7" fmla="*/ 177224 w 290979"/>
              <a:gd name="connsiteY7" fmla="*/ 175270 h 175270"/>
              <a:gd name="connsiteX8" fmla="*/ 177224 w 290979"/>
              <a:gd name="connsiteY8" fmla="*/ 105944 h 175270"/>
              <a:gd name="connsiteX9" fmla="*/ 0 w 290979"/>
              <a:gd name="connsiteY9" fmla="*/ 0 h 175270"/>
              <a:gd name="connsiteX10" fmla="*/ 99597 w 290979"/>
              <a:gd name="connsiteY10" fmla="*/ 0 h 175270"/>
              <a:gd name="connsiteX11" fmla="*/ 122788 w 290979"/>
              <a:gd name="connsiteY11" fmla="*/ 40278 h 175270"/>
              <a:gd name="connsiteX12" fmla="*/ 52484 w 290979"/>
              <a:gd name="connsiteY12" fmla="*/ 40278 h 175270"/>
              <a:gd name="connsiteX13" fmla="*/ 52484 w 290979"/>
              <a:gd name="connsiteY13" fmla="*/ 69327 h 175270"/>
              <a:gd name="connsiteX14" fmla="*/ 115952 w 290979"/>
              <a:gd name="connsiteY14" fmla="*/ 69327 h 175270"/>
              <a:gd name="connsiteX15" fmla="*/ 115952 w 290979"/>
              <a:gd name="connsiteY15" fmla="*/ 106188 h 175270"/>
              <a:gd name="connsiteX16" fmla="*/ 52484 w 290979"/>
              <a:gd name="connsiteY16" fmla="*/ 106188 h 175270"/>
              <a:gd name="connsiteX17" fmla="*/ 52484 w 290979"/>
              <a:gd name="connsiteY17" fmla="*/ 134992 h 175270"/>
              <a:gd name="connsiteX18" fmla="*/ 140119 w 290979"/>
              <a:gd name="connsiteY18" fmla="*/ 134992 h 175270"/>
              <a:gd name="connsiteX19" fmla="*/ 140119 w 290979"/>
              <a:gd name="connsiteY19" fmla="*/ 175270 h 175270"/>
              <a:gd name="connsiteX20" fmla="*/ 0 w 290979"/>
              <a:gd name="connsiteY20" fmla="*/ 175270 h 175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0979" h="175270">
                <a:moveTo>
                  <a:pt x="115952" y="0"/>
                </a:moveTo>
                <a:lnTo>
                  <a:pt x="174051" y="0"/>
                </a:lnTo>
                <a:lnTo>
                  <a:pt x="203832" y="57122"/>
                </a:lnTo>
                <a:lnTo>
                  <a:pt x="233614" y="0"/>
                </a:lnTo>
                <a:lnTo>
                  <a:pt x="290979" y="0"/>
                </a:lnTo>
                <a:lnTo>
                  <a:pt x="229708" y="105944"/>
                </a:lnTo>
                <a:lnTo>
                  <a:pt x="229708" y="175270"/>
                </a:lnTo>
                <a:lnTo>
                  <a:pt x="177224" y="175270"/>
                </a:lnTo>
                <a:lnTo>
                  <a:pt x="177224" y="105944"/>
                </a:lnTo>
                <a:close/>
                <a:moveTo>
                  <a:pt x="0" y="0"/>
                </a:moveTo>
                <a:lnTo>
                  <a:pt x="99597" y="0"/>
                </a:lnTo>
                <a:lnTo>
                  <a:pt x="122788" y="40278"/>
                </a:lnTo>
                <a:lnTo>
                  <a:pt x="52484" y="40278"/>
                </a:lnTo>
                <a:lnTo>
                  <a:pt x="52484" y="69327"/>
                </a:lnTo>
                <a:lnTo>
                  <a:pt x="115952" y="69327"/>
                </a:lnTo>
                <a:lnTo>
                  <a:pt x="115952" y="106188"/>
                </a:lnTo>
                <a:lnTo>
                  <a:pt x="52484" y="106188"/>
                </a:lnTo>
                <a:lnTo>
                  <a:pt x="52484" y="134992"/>
                </a:lnTo>
                <a:lnTo>
                  <a:pt x="140119" y="134992"/>
                </a:lnTo>
                <a:lnTo>
                  <a:pt x="140119" y="175270"/>
                </a:lnTo>
                <a:lnTo>
                  <a:pt x="0" y="17527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9" name="SmartArt Placeholder 28">
            <a:extLst>
              <a:ext uri="{FF2B5EF4-FFF2-40B4-BE49-F238E27FC236}">
                <a16:creationId xmlns:a16="http://schemas.microsoft.com/office/drawing/2014/main" id="{1BA061FD-8C0C-0CFE-A5DE-770B1E84B144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11211121" y="6502575"/>
            <a:ext cx="758937" cy="129623"/>
          </a:xfrm>
          <a:custGeom>
            <a:avLst/>
            <a:gdLst>
              <a:gd name="connsiteX0" fmla="*/ 132308 w 758937"/>
              <a:gd name="connsiteY0" fmla="*/ 84218 h 129623"/>
              <a:gd name="connsiteX1" fmla="*/ 118637 w 758937"/>
              <a:gd name="connsiteY1" fmla="*/ 87880 h 129623"/>
              <a:gd name="connsiteX2" fmla="*/ 113511 w 758937"/>
              <a:gd name="connsiteY2" fmla="*/ 97888 h 129623"/>
              <a:gd name="connsiteX3" fmla="*/ 114976 w 758937"/>
              <a:gd name="connsiteY3" fmla="*/ 104723 h 129623"/>
              <a:gd name="connsiteX4" fmla="*/ 118637 w 758937"/>
              <a:gd name="connsiteY4" fmla="*/ 109361 h 129623"/>
              <a:gd name="connsiteX5" fmla="*/ 123764 w 758937"/>
              <a:gd name="connsiteY5" fmla="*/ 112046 h 129623"/>
              <a:gd name="connsiteX6" fmla="*/ 131087 w 758937"/>
              <a:gd name="connsiteY6" fmla="*/ 113023 h 129623"/>
              <a:gd name="connsiteX7" fmla="*/ 137922 w 758937"/>
              <a:gd name="connsiteY7" fmla="*/ 112046 h 129623"/>
              <a:gd name="connsiteX8" fmla="*/ 144269 w 758937"/>
              <a:gd name="connsiteY8" fmla="*/ 109361 h 129623"/>
              <a:gd name="connsiteX9" fmla="*/ 149395 w 758937"/>
              <a:gd name="connsiteY9" fmla="*/ 105699 h 129623"/>
              <a:gd name="connsiteX10" fmla="*/ 153301 w 758937"/>
              <a:gd name="connsiteY10" fmla="*/ 101550 h 129623"/>
              <a:gd name="connsiteX11" fmla="*/ 153301 w 758937"/>
              <a:gd name="connsiteY11" fmla="*/ 88368 h 129623"/>
              <a:gd name="connsiteX12" fmla="*/ 148663 w 758937"/>
              <a:gd name="connsiteY12" fmla="*/ 86415 h 129623"/>
              <a:gd name="connsiteX13" fmla="*/ 144513 w 758937"/>
              <a:gd name="connsiteY13" fmla="*/ 85194 h 129623"/>
              <a:gd name="connsiteX14" fmla="*/ 139143 w 758937"/>
              <a:gd name="connsiteY14" fmla="*/ 84462 h 129623"/>
              <a:gd name="connsiteX15" fmla="*/ 132308 w 758937"/>
              <a:gd name="connsiteY15" fmla="*/ 84218 h 129623"/>
              <a:gd name="connsiteX16" fmla="*/ 630291 w 758937"/>
              <a:gd name="connsiteY16" fmla="*/ 51019 h 129623"/>
              <a:gd name="connsiteX17" fmla="*/ 621015 w 758937"/>
              <a:gd name="connsiteY17" fmla="*/ 53216 h 129623"/>
              <a:gd name="connsiteX18" fmla="*/ 614180 w 758937"/>
              <a:gd name="connsiteY18" fmla="*/ 59319 h 129623"/>
              <a:gd name="connsiteX19" fmla="*/ 609786 w 758937"/>
              <a:gd name="connsiteY19" fmla="*/ 68839 h 129623"/>
              <a:gd name="connsiteX20" fmla="*/ 608321 w 758937"/>
              <a:gd name="connsiteY20" fmla="*/ 81289 h 129623"/>
              <a:gd name="connsiteX21" fmla="*/ 610030 w 758937"/>
              <a:gd name="connsiteY21" fmla="*/ 94715 h 129623"/>
              <a:gd name="connsiteX22" fmla="*/ 614668 w 758937"/>
              <a:gd name="connsiteY22" fmla="*/ 104479 h 129623"/>
              <a:gd name="connsiteX23" fmla="*/ 621991 w 758937"/>
              <a:gd name="connsiteY23" fmla="*/ 110338 h 129623"/>
              <a:gd name="connsiteX24" fmla="*/ 631268 w 758937"/>
              <a:gd name="connsiteY24" fmla="*/ 112291 h 129623"/>
              <a:gd name="connsiteX25" fmla="*/ 640544 w 758937"/>
              <a:gd name="connsiteY25" fmla="*/ 109849 h 129623"/>
              <a:gd name="connsiteX26" fmla="*/ 647623 w 758937"/>
              <a:gd name="connsiteY26" fmla="*/ 103259 h 129623"/>
              <a:gd name="connsiteX27" fmla="*/ 652261 w 758937"/>
              <a:gd name="connsiteY27" fmla="*/ 93494 h 129623"/>
              <a:gd name="connsiteX28" fmla="*/ 653726 w 758937"/>
              <a:gd name="connsiteY28" fmla="*/ 81777 h 129623"/>
              <a:gd name="connsiteX29" fmla="*/ 652017 w 758937"/>
              <a:gd name="connsiteY29" fmla="*/ 69083 h 129623"/>
              <a:gd name="connsiteX30" fmla="*/ 647379 w 758937"/>
              <a:gd name="connsiteY30" fmla="*/ 59319 h 129623"/>
              <a:gd name="connsiteX31" fmla="*/ 640056 w 758937"/>
              <a:gd name="connsiteY31" fmla="*/ 53216 h 129623"/>
              <a:gd name="connsiteX32" fmla="*/ 630291 w 758937"/>
              <a:gd name="connsiteY32" fmla="*/ 51019 h 129623"/>
              <a:gd name="connsiteX33" fmla="*/ 449650 w 758937"/>
              <a:gd name="connsiteY33" fmla="*/ 50287 h 129623"/>
              <a:gd name="connsiteX34" fmla="*/ 441351 w 758937"/>
              <a:gd name="connsiteY34" fmla="*/ 51751 h 129623"/>
              <a:gd name="connsiteX35" fmla="*/ 435248 w 758937"/>
              <a:gd name="connsiteY35" fmla="*/ 56145 h 129623"/>
              <a:gd name="connsiteX36" fmla="*/ 431098 w 758937"/>
              <a:gd name="connsiteY36" fmla="*/ 63225 h 129623"/>
              <a:gd name="connsiteX37" fmla="*/ 428901 w 758937"/>
              <a:gd name="connsiteY37" fmla="*/ 72989 h 129623"/>
              <a:gd name="connsiteX38" fmla="*/ 471329 w 758937"/>
              <a:gd name="connsiteY38" fmla="*/ 72989 h 129623"/>
              <a:gd name="connsiteX39" fmla="*/ 471376 w 758937"/>
              <a:gd name="connsiteY39" fmla="*/ 73233 h 129623"/>
              <a:gd name="connsiteX40" fmla="*/ 471376 w 758937"/>
              <a:gd name="connsiteY40" fmla="*/ 72989 h 129623"/>
              <a:gd name="connsiteX41" fmla="*/ 471329 w 758937"/>
              <a:gd name="connsiteY41" fmla="*/ 72989 h 129623"/>
              <a:gd name="connsiteX42" fmla="*/ 469667 w 758937"/>
              <a:gd name="connsiteY42" fmla="*/ 64445 h 129623"/>
              <a:gd name="connsiteX43" fmla="*/ 465762 w 758937"/>
              <a:gd name="connsiteY43" fmla="*/ 57122 h 129623"/>
              <a:gd name="connsiteX44" fmla="*/ 459171 w 758937"/>
              <a:gd name="connsiteY44" fmla="*/ 52240 h 129623"/>
              <a:gd name="connsiteX45" fmla="*/ 449650 w 758937"/>
              <a:gd name="connsiteY45" fmla="*/ 50287 h 129623"/>
              <a:gd name="connsiteX46" fmla="*/ 227510 w 758937"/>
              <a:gd name="connsiteY46" fmla="*/ 34419 h 129623"/>
              <a:gd name="connsiteX47" fmla="*/ 236786 w 758937"/>
              <a:gd name="connsiteY47" fmla="*/ 35396 h 129623"/>
              <a:gd name="connsiteX48" fmla="*/ 243133 w 758937"/>
              <a:gd name="connsiteY48" fmla="*/ 38325 h 129623"/>
              <a:gd name="connsiteX49" fmla="*/ 238251 w 758937"/>
              <a:gd name="connsiteY49" fmla="*/ 54924 h 129623"/>
              <a:gd name="connsiteX50" fmla="*/ 232148 w 758937"/>
              <a:gd name="connsiteY50" fmla="*/ 52483 h 129623"/>
              <a:gd name="connsiteX51" fmla="*/ 224581 w 758937"/>
              <a:gd name="connsiteY51" fmla="*/ 51751 h 129623"/>
              <a:gd name="connsiteX52" fmla="*/ 211155 w 758937"/>
              <a:gd name="connsiteY52" fmla="*/ 57610 h 129623"/>
              <a:gd name="connsiteX53" fmla="*/ 206517 w 758937"/>
              <a:gd name="connsiteY53" fmla="*/ 75430 h 129623"/>
              <a:gd name="connsiteX54" fmla="*/ 206517 w 758937"/>
              <a:gd name="connsiteY54" fmla="*/ 127914 h 129623"/>
              <a:gd name="connsiteX55" fmla="*/ 188453 w 758937"/>
              <a:gd name="connsiteY55" fmla="*/ 127914 h 129623"/>
              <a:gd name="connsiteX56" fmla="*/ 188453 w 758937"/>
              <a:gd name="connsiteY56" fmla="*/ 36128 h 129623"/>
              <a:gd name="connsiteX57" fmla="*/ 206517 w 758937"/>
              <a:gd name="connsiteY57" fmla="*/ 36128 h 129623"/>
              <a:gd name="connsiteX58" fmla="*/ 206517 w 758937"/>
              <a:gd name="connsiteY58" fmla="*/ 44916 h 129623"/>
              <a:gd name="connsiteX59" fmla="*/ 210179 w 758937"/>
              <a:gd name="connsiteY59" fmla="*/ 40766 h 129623"/>
              <a:gd name="connsiteX60" fmla="*/ 215061 w 758937"/>
              <a:gd name="connsiteY60" fmla="*/ 37349 h 129623"/>
              <a:gd name="connsiteX61" fmla="*/ 220919 w 758937"/>
              <a:gd name="connsiteY61" fmla="*/ 35152 h 129623"/>
              <a:gd name="connsiteX62" fmla="*/ 227510 w 758937"/>
              <a:gd name="connsiteY62" fmla="*/ 34419 h 129623"/>
              <a:gd name="connsiteX63" fmla="*/ 136213 w 758937"/>
              <a:gd name="connsiteY63" fmla="*/ 34175 h 129623"/>
              <a:gd name="connsiteX64" fmla="*/ 150372 w 758937"/>
              <a:gd name="connsiteY64" fmla="*/ 36128 h 129623"/>
              <a:gd name="connsiteX65" fmla="*/ 161357 w 758937"/>
              <a:gd name="connsiteY65" fmla="*/ 41743 h 129623"/>
              <a:gd name="connsiteX66" fmla="*/ 168436 w 758937"/>
              <a:gd name="connsiteY66" fmla="*/ 51507 h 129623"/>
              <a:gd name="connsiteX67" fmla="*/ 170877 w 758937"/>
              <a:gd name="connsiteY67" fmla="*/ 65177 h 129623"/>
              <a:gd name="connsiteX68" fmla="*/ 170877 w 758937"/>
              <a:gd name="connsiteY68" fmla="*/ 128158 h 129623"/>
              <a:gd name="connsiteX69" fmla="*/ 153301 w 758937"/>
              <a:gd name="connsiteY69" fmla="*/ 128158 h 129623"/>
              <a:gd name="connsiteX70" fmla="*/ 153301 w 758937"/>
              <a:gd name="connsiteY70" fmla="*/ 127669 h 129623"/>
              <a:gd name="connsiteX71" fmla="*/ 153301 w 758937"/>
              <a:gd name="connsiteY71" fmla="*/ 118637 h 129623"/>
              <a:gd name="connsiteX72" fmla="*/ 147443 w 758937"/>
              <a:gd name="connsiteY72" fmla="*/ 123276 h 129623"/>
              <a:gd name="connsiteX73" fmla="*/ 142560 w 758937"/>
              <a:gd name="connsiteY73" fmla="*/ 126205 h 129623"/>
              <a:gd name="connsiteX74" fmla="*/ 136213 w 758937"/>
              <a:gd name="connsiteY74" fmla="*/ 128646 h 129623"/>
              <a:gd name="connsiteX75" fmla="*/ 127914 w 758937"/>
              <a:gd name="connsiteY75" fmla="*/ 129622 h 129623"/>
              <a:gd name="connsiteX76" fmla="*/ 116685 w 758937"/>
              <a:gd name="connsiteY76" fmla="*/ 127914 h 129623"/>
              <a:gd name="connsiteX77" fmla="*/ 106432 w 758937"/>
              <a:gd name="connsiteY77" fmla="*/ 122543 h 129623"/>
              <a:gd name="connsiteX78" fmla="*/ 98864 w 758937"/>
              <a:gd name="connsiteY78" fmla="*/ 113023 h 129623"/>
              <a:gd name="connsiteX79" fmla="*/ 95935 w 758937"/>
              <a:gd name="connsiteY79" fmla="*/ 98620 h 129623"/>
              <a:gd name="connsiteX80" fmla="*/ 98620 w 758937"/>
              <a:gd name="connsiteY80" fmla="*/ 85438 h 129623"/>
              <a:gd name="connsiteX81" fmla="*/ 106188 w 758937"/>
              <a:gd name="connsiteY81" fmla="*/ 76162 h 129623"/>
              <a:gd name="connsiteX82" fmla="*/ 117905 w 758937"/>
              <a:gd name="connsiteY82" fmla="*/ 70792 h 129623"/>
              <a:gd name="connsiteX83" fmla="*/ 132308 w 758937"/>
              <a:gd name="connsiteY83" fmla="*/ 69083 h 129623"/>
              <a:gd name="connsiteX84" fmla="*/ 144513 w 758937"/>
              <a:gd name="connsiteY84" fmla="*/ 70059 h 129623"/>
              <a:gd name="connsiteX85" fmla="*/ 152813 w 758937"/>
              <a:gd name="connsiteY85" fmla="*/ 72500 h 129623"/>
              <a:gd name="connsiteX86" fmla="*/ 152813 w 758937"/>
              <a:gd name="connsiteY86" fmla="*/ 65665 h 129623"/>
              <a:gd name="connsiteX87" fmla="*/ 148419 w 758937"/>
              <a:gd name="connsiteY87" fmla="*/ 54192 h 129623"/>
              <a:gd name="connsiteX88" fmla="*/ 135481 w 758937"/>
              <a:gd name="connsiteY88" fmla="*/ 50287 h 129623"/>
              <a:gd name="connsiteX89" fmla="*/ 122787 w 758937"/>
              <a:gd name="connsiteY89" fmla="*/ 51751 h 129623"/>
              <a:gd name="connsiteX90" fmla="*/ 111802 w 758937"/>
              <a:gd name="connsiteY90" fmla="*/ 56145 h 129623"/>
              <a:gd name="connsiteX91" fmla="*/ 104723 w 758937"/>
              <a:gd name="connsiteY91" fmla="*/ 42475 h 129623"/>
              <a:gd name="connsiteX92" fmla="*/ 118881 w 758937"/>
              <a:gd name="connsiteY92" fmla="*/ 36372 h 129623"/>
              <a:gd name="connsiteX93" fmla="*/ 136213 w 758937"/>
              <a:gd name="connsiteY93" fmla="*/ 34175 h 129623"/>
              <a:gd name="connsiteX94" fmla="*/ 726226 w 758937"/>
              <a:gd name="connsiteY94" fmla="*/ 33931 h 129623"/>
              <a:gd name="connsiteX95" fmla="*/ 740629 w 758937"/>
              <a:gd name="connsiteY95" fmla="*/ 36617 h 129623"/>
              <a:gd name="connsiteX96" fmla="*/ 750881 w 758937"/>
              <a:gd name="connsiteY96" fmla="*/ 44428 h 129623"/>
              <a:gd name="connsiteX97" fmla="*/ 756984 w 758937"/>
              <a:gd name="connsiteY97" fmla="*/ 57122 h 129623"/>
              <a:gd name="connsiteX98" fmla="*/ 758937 w 758937"/>
              <a:gd name="connsiteY98" fmla="*/ 75186 h 129623"/>
              <a:gd name="connsiteX99" fmla="*/ 758937 w 758937"/>
              <a:gd name="connsiteY99" fmla="*/ 127670 h 129623"/>
              <a:gd name="connsiteX100" fmla="*/ 741117 w 758937"/>
              <a:gd name="connsiteY100" fmla="*/ 127670 h 129623"/>
              <a:gd name="connsiteX101" fmla="*/ 741117 w 758937"/>
              <a:gd name="connsiteY101" fmla="*/ 75674 h 129623"/>
              <a:gd name="connsiteX102" fmla="*/ 736723 w 758937"/>
              <a:gd name="connsiteY102" fmla="*/ 56878 h 129623"/>
              <a:gd name="connsiteX103" fmla="*/ 722321 w 758937"/>
              <a:gd name="connsiteY103" fmla="*/ 50531 h 129623"/>
              <a:gd name="connsiteX104" fmla="*/ 714265 w 758937"/>
              <a:gd name="connsiteY104" fmla="*/ 51995 h 129623"/>
              <a:gd name="connsiteX105" fmla="*/ 708162 w 758937"/>
              <a:gd name="connsiteY105" fmla="*/ 56878 h 129623"/>
              <a:gd name="connsiteX106" fmla="*/ 704501 w 758937"/>
              <a:gd name="connsiteY106" fmla="*/ 64445 h 129623"/>
              <a:gd name="connsiteX107" fmla="*/ 703280 w 758937"/>
              <a:gd name="connsiteY107" fmla="*/ 73965 h 129623"/>
              <a:gd name="connsiteX108" fmla="*/ 703280 w 758937"/>
              <a:gd name="connsiteY108" fmla="*/ 127670 h 129623"/>
              <a:gd name="connsiteX109" fmla="*/ 685216 w 758937"/>
              <a:gd name="connsiteY109" fmla="*/ 127670 h 129623"/>
              <a:gd name="connsiteX110" fmla="*/ 685216 w 758937"/>
              <a:gd name="connsiteY110" fmla="*/ 35884 h 129623"/>
              <a:gd name="connsiteX111" fmla="*/ 703280 w 758937"/>
              <a:gd name="connsiteY111" fmla="*/ 35884 h 129623"/>
              <a:gd name="connsiteX112" fmla="*/ 703280 w 758937"/>
              <a:gd name="connsiteY112" fmla="*/ 44672 h 129623"/>
              <a:gd name="connsiteX113" fmla="*/ 707430 w 758937"/>
              <a:gd name="connsiteY113" fmla="*/ 40278 h 129623"/>
              <a:gd name="connsiteX114" fmla="*/ 712800 w 758937"/>
              <a:gd name="connsiteY114" fmla="*/ 36861 h 129623"/>
              <a:gd name="connsiteX115" fmla="*/ 719147 w 758937"/>
              <a:gd name="connsiteY115" fmla="*/ 34664 h 129623"/>
              <a:gd name="connsiteX116" fmla="*/ 726226 w 758937"/>
              <a:gd name="connsiteY116" fmla="*/ 33931 h 129623"/>
              <a:gd name="connsiteX117" fmla="*/ 543876 w 758937"/>
              <a:gd name="connsiteY117" fmla="*/ 33931 h 129623"/>
              <a:gd name="connsiteX118" fmla="*/ 558279 w 758937"/>
              <a:gd name="connsiteY118" fmla="*/ 36617 h 129623"/>
              <a:gd name="connsiteX119" fmla="*/ 568531 w 758937"/>
              <a:gd name="connsiteY119" fmla="*/ 44428 h 129623"/>
              <a:gd name="connsiteX120" fmla="*/ 574634 w 758937"/>
              <a:gd name="connsiteY120" fmla="*/ 57122 h 129623"/>
              <a:gd name="connsiteX121" fmla="*/ 576587 w 758937"/>
              <a:gd name="connsiteY121" fmla="*/ 75186 h 129623"/>
              <a:gd name="connsiteX122" fmla="*/ 576587 w 758937"/>
              <a:gd name="connsiteY122" fmla="*/ 127670 h 129623"/>
              <a:gd name="connsiteX123" fmla="*/ 558767 w 758937"/>
              <a:gd name="connsiteY123" fmla="*/ 127670 h 129623"/>
              <a:gd name="connsiteX124" fmla="*/ 558767 w 758937"/>
              <a:gd name="connsiteY124" fmla="*/ 75674 h 129623"/>
              <a:gd name="connsiteX125" fmla="*/ 554373 w 758937"/>
              <a:gd name="connsiteY125" fmla="*/ 56878 h 129623"/>
              <a:gd name="connsiteX126" fmla="*/ 539971 w 758937"/>
              <a:gd name="connsiteY126" fmla="*/ 50531 h 129623"/>
              <a:gd name="connsiteX127" fmla="*/ 531915 w 758937"/>
              <a:gd name="connsiteY127" fmla="*/ 51995 h 129623"/>
              <a:gd name="connsiteX128" fmla="*/ 525812 w 758937"/>
              <a:gd name="connsiteY128" fmla="*/ 56878 h 129623"/>
              <a:gd name="connsiteX129" fmla="*/ 522151 w 758937"/>
              <a:gd name="connsiteY129" fmla="*/ 64445 h 129623"/>
              <a:gd name="connsiteX130" fmla="*/ 520930 w 758937"/>
              <a:gd name="connsiteY130" fmla="*/ 73965 h 129623"/>
              <a:gd name="connsiteX131" fmla="*/ 520930 w 758937"/>
              <a:gd name="connsiteY131" fmla="*/ 127670 h 129623"/>
              <a:gd name="connsiteX132" fmla="*/ 502866 w 758937"/>
              <a:gd name="connsiteY132" fmla="*/ 127670 h 129623"/>
              <a:gd name="connsiteX133" fmla="*/ 502866 w 758937"/>
              <a:gd name="connsiteY133" fmla="*/ 35884 h 129623"/>
              <a:gd name="connsiteX134" fmla="*/ 520930 w 758937"/>
              <a:gd name="connsiteY134" fmla="*/ 35884 h 129623"/>
              <a:gd name="connsiteX135" fmla="*/ 520930 w 758937"/>
              <a:gd name="connsiteY135" fmla="*/ 44672 h 129623"/>
              <a:gd name="connsiteX136" fmla="*/ 525080 w 758937"/>
              <a:gd name="connsiteY136" fmla="*/ 40278 h 129623"/>
              <a:gd name="connsiteX137" fmla="*/ 530450 w 758937"/>
              <a:gd name="connsiteY137" fmla="*/ 36861 h 129623"/>
              <a:gd name="connsiteX138" fmla="*/ 536797 w 758937"/>
              <a:gd name="connsiteY138" fmla="*/ 34664 h 129623"/>
              <a:gd name="connsiteX139" fmla="*/ 543876 w 758937"/>
              <a:gd name="connsiteY139" fmla="*/ 33931 h 129623"/>
              <a:gd name="connsiteX140" fmla="*/ 630779 w 758937"/>
              <a:gd name="connsiteY140" fmla="*/ 33687 h 129623"/>
              <a:gd name="connsiteX141" fmla="*/ 647135 w 758937"/>
              <a:gd name="connsiteY141" fmla="*/ 37105 h 129623"/>
              <a:gd name="connsiteX142" fmla="*/ 660073 w 758937"/>
              <a:gd name="connsiteY142" fmla="*/ 46625 h 129623"/>
              <a:gd name="connsiteX143" fmla="*/ 668617 w 758937"/>
              <a:gd name="connsiteY143" fmla="*/ 61516 h 129623"/>
              <a:gd name="connsiteX144" fmla="*/ 672034 w 758937"/>
              <a:gd name="connsiteY144" fmla="*/ 81289 h 129623"/>
              <a:gd name="connsiteX145" fmla="*/ 668861 w 758937"/>
              <a:gd name="connsiteY145" fmla="*/ 101794 h 129623"/>
              <a:gd name="connsiteX146" fmla="*/ 660073 w 758937"/>
              <a:gd name="connsiteY146" fmla="*/ 116929 h 129623"/>
              <a:gd name="connsiteX147" fmla="*/ 646891 w 758937"/>
              <a:gd name="connsiteY147" fmla="*/ 126449 h 129623"/>
              <a:gd name="connsiteX148" fmla="*/ 630535 w 758937"/>
              <a:gd name="connsiteY148" fmla="*/ 129623 h 129623"/>
              <a:gd name="connsiteX149" fmla="*/ 614424 w 758937"/>
              <a:gd name="connsiteY149" fmla="*/ 126205 h 129623"/>
              <a:gd name="connsiteX150" fmla="*/ 601730 w 758937"/>
              <a:gd name="connsiteY150" fmla="*/ 116441 h 129623"/>
              <a:gd name="connsiteX151" fmla="*/ 593186 w 758937"/>
              <a:gd name="connsiteY151" fmla="*/ 101306 h 129623"/>
              <a:gd name="connsiteX152" fmla="*/ 590013 w 758937"/>
              <a:gd name="connsiteY152" fmla="*/ 81777 h 129623"/>
              <a:gd name="connsiteX153" fmla="*/ 593186 w 758937"/>
              <a:gd name="connsiteY153" fmla="*/ 61516 h 129623"/>
              <a:gd name="connsiteX154" fmla="*/ 601730 w 758937"/>
              <a:gd name="connsiteY154" fmla="*/ 46381 h 129623"/>
              <a:gd name="connsiteX155" fmla="*/ 614668 w 758937"/>
              <a:gd name="connsiteY155" fmla="*/ 36861 h 129623"/>
              <a:gd name="connsiteX156" fmla="*/ 630779 w 758937"/>
              <a:gd name="connsiteY156" fmla="*/ 33687 h 129623"/>
              <a:gd name="connsiteX157" fmla="*/ 450871 w 758937"/>
              <a:gd name="connsiteY157" fmla="*/ 33687 h 129623"/>
              <a:gd name="connsiteX158" fmla="*/ 467959 w 758937"/>
              <a:gd name="connsiteY158" fmla="*/ 37349 h 129623"/>
              <a:gd name="connsiteX159" fmla="*/ 479920 w 758937"/>
              <a:gd name="connsiteY159" fmla="*/ 47357 h 129623"/>
              <a:gd name="connsiteX160" fmla="*/ 486999 w 758937"/>
              <a:gd name="connsiteY160" fmla="*/ 62004 h 129623"/>
              <a:gd name="connsiteX161" fmla="*/ 489684 w 758937"/>
              <a:gd name="connsiteY161" fmla="*/ 79824 h 129623"/>
              <a:gd name="connsiteX162" fmla="*/ 489440 w 758937"/>
              <a:gd name="connsiteY162" fmla="*/ 84462 h 129623"/>
              <a:gd name="connsiteX163" fmla="*/ 489196 w 758937"/>
              <a:gd name="connsiteY163" fmla="*/ 88124 h 129623"/>
              <a:gd name="connsiteX164" fmla="*/ 428413 w 758937"/>
              <a:gd name="connsiteY164" fmla="*/ 88124 h 129623"/>
              <a:gd name="connsiteX165" fmla="*/ 431342 w 758937"/>
              <a:gd name="connsiteY165" fmla="*/ 99597 h 129623"/>
              <a:gd name="connsiteX166" fmla="*/ 436469 w 758937"/>
              <a:gd name="connsiteY166" fmla="*/ 107408 h 129623"/>
              <a:gd name="connsiteX167" fmla="*/ 443548 w 758937"/>
              <a:gd name="connsiteY167" fmla="*/ 112047 h 129623"/>
              <a:gd name="connsiteX168" fmla="*/ 451603 w 758937"/>
              <a:gd name="connsiteY168" fmla="*/ 113511 h 129623"/>
              <a:gd name="connsiteX169" fmla="*/ 457218 w 758937"/>
              <a:gd name="connsiteY169" fmla="*/ 113023 h 129623"/>
              <a:gd name="connsiteX170" fmla="*/ 462344 w 758937"/>
              <a:gd name="connsiteY170" fmla="*/ 111558 h 129623"/>
              <a:gd name="connsiteX171" fmla="*/ 466738 w 758937"/>
              <a:gd name="connsiteY171" fmla="*/ 109361 h 129623"/>
              <a:gd name="connsiteX172" fmla="*/ 471620 w 758937"/>
              <a:gd name="connsiteY172" fmla="*/ 106188 h 129623"/>
              <a:gd name="connsiteX173" fmla="*/ 482361 w 758937"/>
              <a:gd name="connsiteY173" fmla="*/ 117661 h 129623"/>
              <a:gd name="connsiteX174" fmla="*/ 475770 w 758937"/>
              <a:gd name="connsiteY174" fmla="*/ 122787 h 129623"/>
              <a:gd name="connsiteX175" fmla="*/ 468935 w 758937"/>
              <a:gd name="connsiteY175" fmla="*/ 126449 h 129623"/>
              <a:gd name="connsiteX176" fmla="*/ 460635 w 758937"/>
              <a:gd name="connsiteY176" fmla="*/ 128890 h 129623"/>
              <a:gd name="connsiteX177" fmla="*/ 450383 w 758937"/>
              <a:gd name="connsiteY177" fmla="*/ 129623 h 129623"/>
              <a:gd name="connsiteX178" fmla="*/ 439154 w 758937"/>
              <a:gd name="connsiteY178" fmla="*/ 127914 h 129623"/>
              <a:gd name="connsiteX179" fmla="*/ 429877 w 758937"/>
              <a:gd name="connsiteY179" fmla="*/ 123520 h 129623"/>
              <a:gd name="connsiteX180" fmla="*/ 422554 w 758937"/>
              <a:gd name="connsiteY180" fmla="*/ 117417 h 129623"/>
              <a:gd name="connsiteX181" fmla="*/ 416452 w 758937"/>
              <a:gd name="connsiteY181" fmla="*/ 108629 h 129623"/>
              <a:gd name="connsiteX182" fmla="*/ 412058 w 758937"/>
              <a:gd name="connsiteY182" fmla="*/ 96424 h 129623"/>
              <a:gd name="connsiteX183" fmla="*/ 410593 w 758937"/>
              <a:gd name="connsiteY183" fmla="*/ 81777 h 129623"/>
              <a:gd name="connsiteX184" fmla="*/ 413522 w 758937"/>
              <a:gd name="connsiteY184" fmla="*/ 61272 h 129623"/>
              <a:gd name="connsiteX185" fmla="*/ 421822 w 758937"/>
              <a:gd name="connsiteY185" fmla="*/ 46137 h 129623"/>
              <a:gd name="connsiteX186" fmla="*/ 434516 w 758937"/>
              <a:gd name="connsiteY186" fmla="*/ 36861 h 129623"/>
              <a:gd name="connsiteX187" fmla="*/ 450871 w 758937"/>
              <a:gd name="connsiteY187" fmla="*/ 33687 h 129623"/>
              <a:gd name="connsiteX188" fmla="*/ 18064 w 758937"/>
              <a:gd name="connsiteY188" fmla="*/ 22213 h 129623"/>
              <a:gd name="connsiteX189" fmla="*/ 18064 w 758937"/>
              <a:gd name="connsiteY189" fmla="*/ 64445 h 129623"/>
              <a:gd name="connsiteX190" fmla="*/ 51019 w 758937"/>
              <a:gd name="connsiteY190" fmla="*/ 64445 h 129623"/>
              <a:gd name="connsiteX191" fmla="*/ 66886 w 758937"/>
              <a:gd name="connsiteY191" fmla="*/ 58830 h 129623"/>
              <a:gd name="connsiteX192" fmla="*/ 71769 w 758937"/>
              <a:gd name="connsiteY192" fmla="*/ 43451 h 129623"/>
              <a:gd name="connsiteX193" fmla="*/ 70304 w 758937"/>
              <a:gd name="connsiteY193" fmla="*/ 34419 h 129623"/>
              <a:gd name="connsiteX194" fmla="*/ 66154 w 758937"/>
              <a:gd name="connsiteY194" fmla="*/ 27828 h 129623"/>
              <a:gd name="connsiteX195" fmla="*/ 59563 w 758937"/>
              <a:gd name="connsiteY195" fmla="*/ 23678 h 129623"/>
              <a:gd name="connsiteX196" fmla="*/ 51019 w 758937"/>
              <a:gd name="connsiteY196" fmla="*/ 22213 h 129623"/>
              <a:gd name="connsiteX197" fmla="*/ 0 w 758937"/>
              <a:gd name="connsiteY197" fmla="*/ 5126 h 129623"/>
              <a:gd name="connsiteX198" fmla="*/ 51263 w 758937"/>
              <a:gd name="connsiteY198" fmla="*/ 5126 h 129623"/>
              <a:gd name="connsiteX199" fmla="*/ 66886 w 758937"/>
              <a:gd name="connsiteY199" fmla="*/ 7567 h 129623"/>
              <a:gd name="connsiteX200" fmla="*/ 79336 w 758937"/>
              <a:gd name="connsiteY200" fmla="*/ 14890 h 129623"/>
              <a:gd name="connsiteX201" fmla="*/ 87636 w 758937"/>
              <a:gd name="connsiteY201" fmla="*/ 26852 h 129623"/>
              <a:gd name="connsiteX202" fmla="*/ 90321 w 758937"/>
              <a:gd name="connsiteY202" fmla="*/ 43451 h 129623"/>
              <a:gd name="connsiteX203" fmla="*/ 87392 w 758937"/>
              <a:gd name="connsiteY203" fmla="*/ 60051 h 129623"/>
              <a:gd name="connsiteX204" fmla="*/ 79092 w 758937"/>
              <a:gd name="connsiteY204" fmla="*/ 72012 h 129623"/>
              <a:gd name="connsiteX205" fmla="*/ 66398 w 758937"/>
              <a:gd name="connsiteY205" fmla="*/ 79336 h 129623"/>
              <a:gd name="connsiteX206" fmla="*/ 50043 w 758937"/>
              <a:gd name="connsiteY206" fmla="*/ 81777 h 129623"/>
              <a:gd name="connsiteX207" fmla="*/ 18064 w 758937"/>
              <a:gd name="connsiteY207" fmla="*/ 81777 h 129623"/>
              <a:gd name="connsiteX208" fmla="*/ 18064 w 758937"/>
              <a:gd name="connsiteY208" fmla="*/ 127426 h 129623"/>
              <a:gd name="connsiteX209" fmla="*/ 0 w 758937"/>
              <a:gd name="connsiteY209" fmla="*/ 127426 h 129623"/>
              <a:gd name="connsiteX210" fmla="*/ 284388 w 758937"/>
              <a:gd name="connsiteY210" fmla="*/ 244 h 129623"/>
              <a:gd name="connsiteX211" fmla="*/ 284388 w 758937"/>
              <a:gd name="connsiteY211" fmla="*/ 35884 h 129623"/>
              <a:gd name="connsiteX212" fmla="*/ 307090 w 758937"/>
              <a:gd name="connsiteY212" fmla="*/ 35884 h 129623"/>
              <a:gd name="connsiteX213" fmla="*/ 307090 w 758937"/>
              <a:gd name="connsiteY213" fmla="*/ 52240 h 129623"/>
              <a:gd name="connsiteX214" fmla="*/ 284388 w 758937"/>
              <a:gd name="connsiteY214" fmla="*/ 52240 h 129623"/>
              <a:gd name="connsiteX215" fmla="*/ 284388 w 758937"/>
              <a:gd name="connsiteY215" fmla="*/ 102038 h 129623"/>
              <a:gd name="connsiteX216" fmla="*/ 284876 w 758937"/>
              <a:gd name="connsiteY216" fmla="*/ 107408 h 129623"/>
              <a:gd name="connsiteX217" fmla="*/ 286585 w 758937"/>
              <a:gd name="connsiteY217" fmla="*/ 110826 h 129623"/>
              <a:gd name="connsiteX218" fmla="*/ 289514 w 758937"/>
              <a:gd name="connsiteY218" fmla="*/ 112535 h 129623"/>
              <a:gd name="connsiteX219" fmla="*/ 293664 w 758937"/>
              <a:gd name="connsiteY219" fmla="*/ 113023 h 129623"/>
              <a:gd name="connsiteX220" fmla="*/ 300743 w 758937"/>
              <a:gd name="connsiteY220" fmla="*/ 111802 h 129623"/>
              <a:gd name="connsiteX221" fmla="*/ 306846 w 758937"/>
              <a:gd name="connsiteY221" fmla="*/ 109361 h 129623"/>
              <a:gd name="connsiteX222" fmla="*/ 304893 w 758937"/>
              <a:gd name="connsiteY222" fmla="*/ 125228 h 129623"/>
              <a:gd name="connsiteX223" fmla="*/ 297082 w 758937"/>
              <a:gd name="connsiteY223" fmla="*/ 128402 h 129623"/>
              <a:gd name="connsiteX224" fmla="*/ 287317 w 758937"/>
              <a:gd name="connsiteY224" fmla="*/ 129622 h 129623"/>
              <a:gd name="connsiteX225" fmla="*/ 279017 w 758937"/>
              <a:gd name="connsiteY225" fmla="*/ 128402 h 129623"/>
              <a:gd name="connsiteX226" fmla="*/ 272671 w 758937"/>
              <a:gd name="connsiteY226" fmla="*/ 124252 h 129623"/>
              <a:gd name="connsiteX227" fmla="*/ 268277 w 758937"/>
              <a:gd name="connsiteY227" fmla="*/ 116684 h 129623"/>
              <a:gd name="connsiteX228" fmla="*/ 266812 w 758937"/>
              <a:gd name="connsiteY228" fmla="*/ 105456 h 129623"/>
              <a:gd name="connsiteX229" fmla="*/ 266812 w 758937"/>
              <a:gd name="connsiteY229" fmla="*/ 52240 h 129623"/>
              <a:gd name="connsiteX230" fmla="*/ 253630 w 758937"/>
              <a:gd name="connsiteY230" fmla="*/ 52240 h 129623"/>
              <a:gd name="connsiteX231" fmla="*/ 253630 w 758937"/>
              <a:gd name="connsiteY231" fmla="*/ 35884 h 129623"/>
              <a:gd name="connsiteX232" fmla="*/ 266812 w 758937"/>
              <a:gd name="connsiteY232" fmla="*/ 35884 h 129623"/>
              <a:gd name="connsiteX233" fmla="*/ 266812 w 758937"/>
              <a:gd name="connsiteY233" fmla="*/ 9764 h 129623"/>
              <a:gd name="connsiteX234" fmla="*/ 341265 w 758937"/>
              <a:gd name="connsiteY234" fmla="*/ 0 h 129623"/>
              <a:gd name="connsiteX235" fmla="*/ 341265 w 758937"/>
              <a:gd name="connsiteY235" fmla="*/ 44428 h 129623"/>
              <a:gd name="connsiteX236" fmla="*/ 345415 w 758937"/>
              <a:gd name="connsiteY236" fmla="*/ 40034 h 129623"/>
              <a:gd name="connsiteX237" fmla="*/ 350785 w 758937"/>
              <a:gd name="connsiteY237" fmla="*/ 36617 h 129623"/>
              <a:gd name="connsiteX238" fmla="*/ 357132 w 758937"/>
              <a:gd name="connsiteY238" fmla="*/ 34420 h 129623"/>
              <a:gd name="connsiteX239" fmla="*/ 364211 w 758937"/>
              <a:gd name="connsiteY239" fmla="*/ 33687 h 129623"/>
              <a:gd name="connsiteX240" fmla="*/ 378614 w 758937"/>
              <a:gd name="connsiteY240" fmla="*/ 36372 h 129623"/>
              <a:gd name="connsiteX241" fmla="*/ 388866 w 758937"/>
              <a:gd name="connsiteY241" fmla="*/ 44184 h 129623"/>
              <a:gd name="connsiteX242" fmla="*/ 394969 w 758937"/>
              <a:gd name="connsiteY242" fmla="*/ 57366 h 129623"/>
              <a:gd name="connsiteX243" fmla="*/ 396922 w 758937"/>
              <a:gd name="connsiteY243" fmla="*/ 74942 h 129623"/>
              <a:gd name="connsiteX244" fmla="*/ 396922 w 758937"/>
              <a:gd name="connsiteY244" fmla="*/ 127425 h 129623"/>
              <a:gd name="connsiteX245" fmla="*/ 379346 w 758937"/>
              <a:gd name="connsiteY245" fmla="*/ 127425 h 129623"/>
              <a:gd name="connsiteX246" fmla="*/ 379346 w 758937"/>
              <a:gd name="connsiteY246" fmla="*/ 75674 h 129623"/>
              <a:gd name="connsiteX247" fmla="*/ 374708 w 758937"/>
              <a:gd name="connsiteY247" fmla="*/ 56634 h 129623"/>
              <a:gd name="connsiteX248" fmla="*/ 360306 w 758937"/>
              <a:gd name="connsiteY248" fmla="*/ 50287 h 129623"/>
              <a:gd name="connsiteX249" fmla="*/ 352494 w 758937"/>
              <a:gd name="connsiteY249" fmla="*/ 51751 h 129623"/>
              <a:gd name="connsiteX250" fmla="*/ 346392 w 758937"/>
              <a:gd name="connsiteY250" fmla="*/ 56389 h 129623"/>
              <a:gd name="connsiteX251" fmla="*/ 342486 w 758937"/>
              <a:gd name="connsiteY251" fmla="*/ 63713 h 129623"/>
              <a:gd name="connsiteX252" fmla="*/ 341265 w 758937"/>
              <a:gd name="connsiteY252" fmla="*/ 73721 h 129623"/>
              <a:gd name="connsiteX253" fmla="*/ 341265 w 758937"/>
              <a:gd name="connsiteY253" fmla="*/ 127425 h 129623"/>
              <a:gd name="connsiteX254" fmla="*/ 323201 w 758937"/>
              <a:gd name="connsiteY254" fmla="*/ 127425 h 129623"/>
              <a:gd name="connsiteX255" fmla="*/ 323201 w 758937"/>
              <a:gd name="connsiteY255" fmla="*/ 9520 h 129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758937" h="129623">
                <a:moveTo>
                  <a:pt x="132308" y="84218"/>
                </a:moveTo>
                <a:cubicBezTo>
                  <a:pt x="126449" y="84218"/>
                  <a:pt x="121811" y="85438"/>
                  <a:pt x="118637" y="87880"/>
                </a:cubicBezTo>
                <a:cubicBezTo>
                  <a:pt x="115220" y="90321"/>
                  <a:pt x="113511" y="93738"/>
                  <a:pt x="113511" y="97888"/>
                </a:cubicBezTo>
                <a:cubicBezTo>
                  <a:pt x="113511" y="100573"/>
                  <a:pt x="113999" y="103014"/>
                  <a:pt x="114976" y="104723"/>
                </a:cubicBezTo>
                <a:cubicBezTo>
                  <a:pt x="115952" y="106676"/>
                  <a:pt x="117173" y="108141"/>
                  <a:pt x="118637" y="109361"/>
                </a:cubicBezTo>
                <a:cubicBezTo>
                  <a:pt x="120102" y="110582"/>
                  <a:pt x="121811" y="111558"/>
                  <a:pt x="123764" y="112046"/>
                </a:cubicBezTo>
                <a:cubicBezTo>
                  <a:pt x="125717" y="112535"/>
                  <a:pt x="128158" y="113023"/>
                  <a:pt x="131087" y="113023"/>
                </a:cubicBezTo>
                <a:cubicBezTo>
                  <a:pt x="133528" y="113023"/>
                  <a:pt x="135725" y="112779"/>
                  <a:pt x="137922" y="112046"/>
                </a:cubicBezTo>
                <a:cubicBezTo>
                  <a:pt x="140119" y="111314"/>
                  <a:pt x="142316" y="110582"/>
                  <a:pt x="144269" y="109361"/>
                </a:cubicBezTo>
                <a:cubicBezTo>
                  <a:pt x="146222" y="108141"/>
                  <a:pt x="147931" y="106920"/>
                  <a:pt x="149395" y="105699"/>
                </a:cubicBezTo>
                <a:cubicBezTo>
                  <a:pt x="150860" y="104235"/>
                  <a:pt x="152325" y="103014"/>
                  <a:pt x="153301" y="101550"/>
                </a:cubicBezTo>
                <a:lnTo>
                  <a:pt x="153301" y="88368"/>
                </a:lnTo>
                <a:cubicBezTo>
                  <a:pt x="151592" y="87635"/>
                  <a:pt x="150128" y="86903"/>
                  <a:pt x="148663" y="86415"/>
                </a:cubicBezTo>
                <a:cubicBezTo>
                  <a:pt x="147198" y="85927"/>
                  <a:pt x="145978" y="85682"/>
                  <a:pt x="144513" y="85194"/>
                </a:cubicBezTo>
                <a:cubicBezTo>
                  <a:pt x="143049" y="84950"/>
                  <a:pt x="141340" y="84706"/>
                  <a:pt x="139143" y="84462"/>
                </a:cubicBezTo>
                <a:cubicBezTo>
                  <a:pt x="136946" y="84218"/>
                  <a:pt x="134749" y="84218"/>
                  <a:pt x="132308" y="84218"/>
                </a:cubicBezTo>
                <a:close/>
                <a:moveTo>
                  <a:pt x="630291" y="51019"/>
                </a:moveTo>
                <a:cubicBezTo>
                  <a:pt x="626874" y="51019"/>
                  <a:pt x="623700" y="51751"/>
                  <a:pt x="621015" y="53216"/>
                </a:cubicBezTo>
                <a:cubicBezTo>
                  <a:pt x="618330" y="54681"/>
                  <a:pt x="615889" y="56634"/>
                  <a:pt x="614180" y="59319"/>
                </a:cubicBezTo>
                <a:cubicBezTo>
                  <a:pt x="612227" y="62004"/>
                  <a:pt x="610763" y="65178"/>
                  <a:pt x="609786" y="68839"/>
                </a:cubicBezTo>
                <a:cubicBezTo>
                  <a:pt x="608809" y="72501"/>
                  <a:pt x="608321" y="76651"/>
                  <a:pt x="608321" y="81289"/>
                </a:cubicBezTo>
                <a:cubicBezTo>
                  <a:pt x="608321" y="86415"/>
                  <a:pt x="608809" y="90809"/>
                  <a:pt x="610030" y="94715"/>
                </a:cubicBezTo>
                <a:cubicBezTo>
                  <a:pt x="611251" y="98620"/>
                  <a:pt x="612715" y="101794"/>
                  <a:pt x="614668" y="104479"/>
                </a:cubicBezTo>
                <a:cubicBezTo>
                  <a:pt x="616621" y="107164"/>
                  <a:pt x="619062" y="109117"/>
                  <a:pt x="621991" y="110338"/>
                </a:cubicBezTo>
                <a:cubicBezTo>
                  <a:pt x="624921" y="111802"/>
                  <a:pt x="627850" y="112291"/>
                  <a:pt x="631268" y="112291"/>
                </a:cubicBezTo>
                <a:cubicBezTo>
                  <a:pt x="634685" y="112291"/>
                  <a:pt x="637859" y="111558"/>
                  <a:pt x="640544" y="109849"/>
                </a:cubicBezTo>
                <a:cubicBezTo>
                  <a:pt x="643229" y="108141"/>
                  <a:pt x="645670" y="105944"/>
                  <a:pt x="647623" y="103259"/>
                </a:cubicBezTo>
                <a:cubicBezTo>
                  <a:pt x="649576" y="100573"/>
                  <a:pt x="651041" y="97156"/>
                  <a:pt x="652261" y="93494"/>
                </a:cubicBezTo>
                <a:cubicBezTo>
                  <a:pt x="653238" y="90077"/>
                  <a:pt x="653726" y="85927"/>
                  <a:pt x="653726" y="81777"/>
                </a:cubicBezTo>
                <a:cubicBezTo>
                  <a:pt x="653726" y="77139"/>
                  <a:pt x="653238" y="72989"/>
                  <a:pt x="652017" y="69083"/>
                </a:cubicBezTo>
                <a:cubicBezTo>
                  <a:pt x="651041" y="65422"/>
                  <a:pt x="649332" y="62004"/>
                  <a:pt x="647379" y="59319"/>
                </a:cubicBezTo>
                <a:cubicBezTo>
                  <a:pt x="645426" y="56634"/>
                  <a:pt x="642985" y="54681"/>
                  <a:pt x="640056" y="53216"/>
                </a:cubicBezTo>
                <a:cubicBezTo>
                  <a:pt x="637126" y="51751"/>
                  <a:pt x="633953" y="51019"/>
                  <a:pt x="630291" y="51019"/>
                </a:cubicBezTo>
                <a:close/>
                <a:moveTo>
                  <a:pt x="449650" y="50287"/>
                </a:moveTo>
                <a:cubicBezTo>
                  <a:pt x="446477" y="50287"/>
                  <a:pt x="443792" y="50775"/>
                  <a:pt x="441351" y="51751"/>
                </a:cubicBezTo>
                <a:cubicBezTo>
                  <a:pt x="438910" y="52728"/>
                  <a:pt x="436957" y="54192"/>
                  <a:pt x="435248" y="56145"/>
                </a:cubicBezTo>
                <a:cubicBezTo>
                  <a:pt x="433539" y="58098"/>
                  <a:pt x="432075" y="60539"/>
                  <a:pt x="431098" y="63225"/>
                </a:cubicBezTo>
                <a:cubicBezTo>
                  <a:pt x="429877" y="66154"/>
                  <a:pt x="429145" y="69327"/>
                  <a:pt x="428901" y="72989"/>
                </a:cubicBezTo>
                <a:lnTo>
                  <a:pt x="471329" y="72989"/>
                </a:lnTo>
                <a:lnTo>
                  <a:pt x="471376" y="73233"/>
                </a:lnTo>
                <a:lnTo>
                  <a:pt x="471376" y="72989"/>
                </a:lnTo>
                <a:lnTo>
                  <a:pt x="471329" y="72989"/>
                </a:lnTo>
                <a:lnTo>
                  <a:pt x="469667" y="64445"/>
                </a:lnTo>
                <a:cubicBezTo>
                  <a:pt x="468691" y="61760"/>
                  <a:pt x="467470" y="59319"/>
                  <a:pt x="465762" y="57122"/>
                </a:cubicBezTo>
                <a:cubicBezTo>
                  <a:pt x="464053" y="54925"/>
                  <a:pt x="461856" y="53460"/>
                  <a:pt x="459171" y="52240"/>
                </a:cubicBezTo>
                <a:cubicBezTo>
                  <a:pt x="456485" y="51019"/>
                  <a:pt x="453312" y="50287"/>
                  <a:pt x="449650" y="50287"/>
                </a:cubicBezTo>
                <a:close/>
                <a:moveTo>
                  <a:pt x="227510" y="34419"/>
                </a:moveTo>
                <a:cubicBezTo>
                  <a:pt x="231172" y="34419"/>
                  <a:pt x="234345" y="34663"/>
                  <a:pt x="236786" y="35396"/>
                </a:cubicBezTo>
                <a:cubicBezTo>
                  <a:pt x="239228" y="36128"/>
                  <a:pt x="241424" y="37105"/>
                  <a:pt x="243133" y="38325"/>
                </a:cubicBezTo>
                <a:lnTo>
                  <a:pt x="238251" y="54924"/>
                </a:lnTo>
                <a:cubicBezTo>
                  <a:pt x="236298" y="53948"/>
                  <a:pt x="234345" y="52972"/>
                  <a:pt x="232148" y="52483"/>
                </a:cubicBezTo>
                <a:cubicBezTo>
                  <a:pt x="229951" y="51995"/>
                  <a:pt x="227510" y="51751"/>
                  <a:pt x="224581" y="51751"/>
                </a:cubicBezTo>
                <a:cubicBezTo>
                  <a:pt x="218722" y="51751"/>
                  <a:pt x="214328" y="53704"/>
                  <a:pt x="211155" y="57610"/>
                </a:cubicBezTo>
                <a:cubicBezTo>
                  <a:pt x="207982" y="61516"/>
                  <a:pt x="206517" y="67374"/>
                  <a:pt x="206517" y="75430"/>
                </a:cubicBezTo>
                <a:lnTo>
                  <a:pt x="206517" y="127914"/>
                </a:lnTo>
                <a:lnTo>
                  <a:pt x="188453" y="127914"/>
                </a:lnTo>
                <a:lnTo>
                  <a:pt x="188453" y="36128"/>
                </a:lnTo>
                <a:lnTo>
                  <a:pt x="206517" y="36128"/>
                </a:lnTo>
                <a:lnTo>
                  <a:pt x="206517" y="44916"/>
                </a:lnTo>
                <a:cubicBezTo>
                  <a:pt x="207493" y="43451"/>
                  <a:pt x="208714" y="41987"/>
                  <a:pt x="210179" y="40766"/>
                </a:cubicBezTo>
                <a:cubicBezTo>
                  <a:pt x="211643" y="39546"/>
                  <a:pt x="213352" y="38325"/>
                  <a:pt x="215061" y="37349"/>
                </a:cubicBezTo>
                <a:cubicBezTo>
                  <a:pt x="216770" y="36372"/>
                  <a:pt x="218722" y="35640"/>
                  <a:pt x="220919" y="35152"/>
                </a:cubicBezTo>
                <a:cubicBezTo>
                  <a:pt x="222872" y="34663"/>
                  <a:pt x="225069" y="34419"/>
                  <a:pt x="227510" y="34419"/>
                </a:cubicBezTo>
                <a:close/>
                <a:moveTo>
                  <a:pt x="136213" y="34175"/>
                </a:moveTo>
                <a:cubicBezTo>
                  <a:pt x="141340" y="34175"/>
                  <a:pt x="145978" y="34907"/>
                  <a:pt x="150372" y="36128"/>
                </a:cubicBezTo>
                <a:cubicBezTo>
                  <a:pt x="154522" y="37349"/>
                  <a:pt x="158183" y="39301"/>
                  <a:pt x="161357" y="41743"/>
                </a:cubicBezTo>
                <a:cubicBezTo>
                  <a:pt x="164286" y="44184"/>
                  <a:pt x="166727" y="47601"/>
                  <a:pt x="168436" y="51507"/>
                </a:cubicBezTo>
                <a:cubicBezTo>
                  <a:pt x="170145" y="55413"/>
                  <a:pt x="170877" y="59807"/>
                  <a:pt x="170877" y="65177"/>
                </a:cubicBezTo>
                <a:lnTo>
                  <a:pt x="170877" y="128158"/>
                </a:lnTo>
                <a:lnTo>
                  <a:pt x="153301" y="128158"/>
                </a:lnTo>
                <a:lnTo>
                  <a:pt x="153301" y="127669"/>
                </a:lnTo>
                <a:lnTo>
                  <a:pt x="153301" y="118637"/>
                </a:lnTo>
                <a:cubicBezTo>
                  <a:pt x="150860" y="120835"/>
                  <a:pt x="149151" y="122299"/>
                  <a:pt x="147443" y="123276"/>
                </a:cubicBezTo>
                <a:cubicBezTo>
                  <a:pt x="145978" y="124252"/>
                  <a:pt x="144269" y="125228"/>
                  <a:pt x="142560" y="126205"/>
                </a:cubicBezTo>
                <a:cubicBezTo>
                  <a:pt x="140851" y="127181"/>
                  <a:pt x="138899" y="127914"/>
                  <a:pt x="136213" y="128646"/>
                </a:cubicBezTo>
                <a:cubicBezTo>
                  <a:pt x="133772" y="129378"/>
                  <a:pt x="130843" y="129622"/>
                  <a:pt x="127914" y="129622"/>
                </a:cubicBezTo>
                <a:cubicBezTo>
                  <a:pt x="124252" y="129622"/>
                  <a:pt x="120590" y="129134"/>
                  <a:pt x="116685" y="127914"/>
                </a:cubicBezTo>
                <a:cubicBezTo>
                  <a:pt x="112779" y="126693"/>
                  <a:pt x="109605" y="124984"/>
                  <a:pt x="106432" y="122543"/>
                </a:cubicBezTo>
                <a:cubicBezTo>
                  <a:pt x="103503" y="120102"/>
                  <a:pt x="100817" y="116929"/>
                  <a:pt x="98864" y="113023"/>
                </a:cubicBezTo>
                <a:cubicBezTo>
                  <a:pt x="96911" y="109117"/>
                  <a:pt x="95935" y="104235"/>
                  <a:pt x="95935" y="98620"/>
                </a:cubicBezTo>
                <a:cubicBezTo>
                  <a:pt x="95935" y="93494"/>
                  <a:pt x="96911" y="89100"/>
                  <a:pt x="98620" y="85438"/>
                </a:cubicBezTo>
                <a:cubicBezTo>
                  <a:pt x="100573" y="81777"/>
                  <a:pt x="103014" y="78603"/>
                  <a:pt x="106188" y="76162"/>
                </a:cubicBezTo>
                <a:cubicBezTo>
                  <a:pt x="109361" y="73721"/>
                  <a:pt x="113267" y="72012"/>
                  <a:pt x="117905" y="70792"/>
                </a:cubicBezTo>
                <a:cubicBezTo>
                  <a:pt x="122299" y="69571"/>
                  <a:pt x="127181" y="69083"/>
                  <a:pt x="132308" y="69083"/>
                </a:cubicBezTo>
                <a:cubicBezTo>
                  <a:pt x="137190" y="69083"/>
                  <a:pt x="141096" y="69327"/>
                  <a:pt x="144513" y="70059"/>
                </a:cubicBezTo>
                <a:cubicBezTo>
                  <a:pt x="147931" y="70792"/>
                  <a:pt x="150616" y="71524"/>
                  <a:pt x="152813" y="72500"/>
                </a:cubicBezTo>
                <a:lnTo>
                  <a:pt x="152813" y="65665"/>
                </a:lnTo>
                <a:cubicBezTo>
                  <a:pt x="152813" y="60539"/>
                  <a:pt x="151348" y="56877"/>
                  <a:pt x="148419" y="54192"/>
                </a:cubicBezTo>
                <a:cubicBezTo>
                  <a:pt x="145490" y="51507"/>
                  <a:pt x="141096" y="50287"/>
                  <a:pt x="135481" y="50287"/>
                </a:cubicBezTo>
                <a:cubicBezTo>
                  <a:pt x="130843" y="50287"/>
                  <a:pt x="126449" y="50775"/>
                  <a:pt x="122787" y="51751"/>
                </a:cubicBezTo>
                <a:cubicBezTo>
                  <a:pt x="118881" y="52728"/>
                  <a:pt x="115220" y="54192"/>
                  <a:pt x="111802" y="56145"/>
                </a:cubicBezTo>
                <a:lnTo>
                  <a:pt x="104723" y="42475"/>
                </a:lnTo>
                <a:cubicBezTo>
                  <a:pt x="109117" y="39790"/>
                  <a:pt x="113755" y="37593"/>
                  <a:pt x="118881" y="36372"/>
                </a:cubicBezTo>
                <a:cubicBezTo>
                  <a:pt x="124008" y="34907"/>
                  <a:pt x="129622" y="34175"/>
                  <a:pt x="136213" y="34175"/>
                </a:cubicBezTo>
                <a:close/>
                <a:moveTo>
                  <a:pt x="726226" y="33931"/>
                </a:moveTo>
                <a:cubicBezTo>
                  <a:pt x="731841" y="33931"/>
                  <a:pt x="736479" y="34908"/>
                  <a:pt x="740629" y="36617"/>
                </a:cubicBezTo>
                <a:cubicBezTo>
                  <a:pt x="744779" y="38325"/>
                  <a:pt x="748196" y="41010"/>
                  <a:pt x="750881" y="44428"/>
                </a:cubicBezTo>
                <a:cubicBezTo>
                  <a:pt x="753567" y="47845"/>
                  <a:pt x="755519" y="51995"/>
                  <a:pt x="756984" y="57122"/>
                </a:cubicBezTo>
                <a:cubicBezTo>
                  <a:pt x="758449" y="62248"/>
                  <a:pt x="758937" y="68351"/>
                  <a:pt x="758937" y="75186"/>
                </a:cubicBezTo>
                <a:lnTo>
                  <a:pt x="758937" y="127670"/>
                </a:lnTo>
                <a:lnTo>
                  <a:pt x="741117" y="127670"/>
                </a:lnTo>
                <a:lnTo>
                  <a:pt x="741117" y="75674"/>
                </a:lnTo>
                <a:cubicBezTo>
                  <a:pt x="741117" y="67374"/>
                  <a:pt x="739652" y="61028"/>
                  <a:pt x="736723" y="56878"/>
                </a:cubicBezTo>
                <a:cubicBezTo>
                  <a:pt x="733794" y="52728"/>
                  <a:pt x="728911" y="50531"/>
                  <a:pt x="722321" y="50531"/>
                </a:cubicBezTo>
                <a:cubicBezTo>
                  <a:pt x="719391" y="50531"/>
                  <a:pt x="716706" y="51019"/>
                  <a:pt x="714265" y="51995"/>
                </a:cubicBezTo>
                <a:cubicBezTo>
                  <a:pt x="711824" y="52972"/>
                  <a:pt x="709871" y="54681"/>
                  <a:pt x="708162" y="56878"/>
                </a:cubicBezTo>
                <a:cubicBezTo>
                  <a:pt x="706454" y="59075"/>
                  <a:pt x="705233" y="61516"/>
                  <a:pt x="704501" y="64445"/>
                </a:cubicBezTo>
                <a:cubicBezTo>
                  <a:pt x="703768" y="67374"/>
                  <a:pt x="703280" y="70548"/>
                  <a:pt x="703280" y="73965"/>
                </a:cubicBezTo>
                <a:lnTo>
                  <a:pt x="703280" y="127670"/>
                </a:lnTo>
                <a:lnTo>
                  <a:pt x="685216" y="127670"/>
                </a:lnTo>
                <a:lnTo>
                  <a:pt x="685216" y="35884"/>
                </a:lnTo>
                <a:lnTo>
                  <a:pt x="703280" y="35884"/>
                </a:lnTo>
                <a:lnTo>
                  <a:pt x="703280" y="44672"/>
                </a:lnTo>
                <a:cubicBezTo>
                  <a:pt x="704501" y="42963"/>
                  <a:pt x="705721" y="41499"/>
                  <a:pt x="707430" y="40278"/>
                </a:cubicBezTo>
                <a:cubicBezTo>
                  <a:pt x="709139" y="39058"/>
                  <a:pt x="710848" y="37837"/>
                  <a:pt x="712800" y="36861"/>
                </a:cubicBezTo>
                <a:cubicBezTo>
                  <a:pt x="714753" y="35884"/>
                  <a:pt x="716950" y="35152"/>
                  <a:pt x="719147" y="34664"/>
                </a:cubicBezTo>
                <a:cubicBezTo>
                  <a:pt x="721344" y="34175"/>
                  <a:pt x="723785" y="33931"/>
                  <a:pt x="726226" y="33931"/>
                </a:cubicBezTo>
                <a:close/>
                <a:moveTo>
                  <a:pt x="543876" y="33931"/>
                </a:moveTo>
                <a:cubicBezTo>
                  <a:pt x="549491" y="33931"/>
                  <a:pt x="554129" y="34908"/>
                  <a:pt x="558279" y="36617"/>
                </a:cubicBezTo>
                <a:cubicBezTo>
                  <a:pt x="562429" y="38325"/>
                  <a:pt x="565846" y="41010"/>
                  <a:pt x="568531" y="44428"/>
                </a:cubicBezTo>
                <a:cubicBezTo>
                  <a:pt x="571217" y="47845"/>
                  <a:pt x="573169" y="51995"/>
                  <a:pt x="574634" y="57122"/>
                </a:cubicBezTo>
                <a:cubicBezTo>
                  <a:pt x="576099" y="62248"/>
                  <a:pt x="576587" y="68351"/>
                  <a:pt x="576587" y="75186"/>
                </a:cubicBezTo>
                <a:lnTo>
                  <a:pt x="576587" y="127670"/>
                </a:lnTo>
                <a:lnTo>
                  <a:pt x="558767" y="127670"/>
                </a:lnTo>
                <a:lnTo>
                  <a:pt x="558767" y="75674"/>
                </a:lnTo>
                <a:cubicBezTo>
                  <a:pt x="558767" y="67374"/>
                  <a:pt x="557302" y="61028"/>
                  <a:pt x="554373" y="56878"/>
                </a:cubicBezTo>
                <a:cubicBezTo>
                  <a:pt x="551444" y="52728"/>
                  <a:pt x="546561" y="50531"/>
                  <a:pt x="539971" y="50531"/>
                </a:cubicBezTo>
                <a:cubicBezTo>
                  <a:pt x="537041" y="50531"/>
                  <a:pt x="534356" y="51019"/>
                  <a:pt x="531915" y="51995"/>
                </a:cubicBezTo>
                <a:cubicBezTo>
                  <a:pt x="529474" y="52972"/>
                  <a:pt x="527521" y="54681"/>
                  <a:pt x="525812" y="56878"/>
                </a:cubicBezTo>
                <a:cubicBezTo>
                  <a:pt x="524104" y="59075"/>
                  <a:pt x="522883" y="61516"/>
                  <a:pt x="522151" y="64445"/>
                </a:cubicBezTo>
                <a:cubicBezTo>
                  <a:pt x="521418" y="67374"/>
                  <a:pt x="520930" y="70548"/>
                  <a:pt x="520930" y="73965"/>
                </a:cubicBezTo>
                <a:lnTo>
                  <a:pt x="520930" y="127670"/>
                </a:lnTo>
                <a:lnTo>
                  <a:pt x="502866" y="127670"/>
                </a:lnTo>
                <a:lnTo>
                  <a:pt x="502866" y="35884"/>
                </a:lnTo>
                <a:lnTo>
                  <a:pt x="520930" y="35884"/>
                </a:lnTo>
                <a:lnTo>
                  <a:pt x="520930" y="44672"/>
                </a:lnTo>
                <a:cubicBezTo>
                  <a:pt x="522151" y="42963"/>
                  <a:pt x="523371" y="41499"/>
                  <a:pt x="525080" y="40278"/>
                </a:cubicBezTo>
                <a:cubicBezTo>
                  <a:pt x="526789" y="39058"/>
                  <a:pt x="528498" y="37837"/>
                  <a:pt x="530450" y="36861"/>
                </a:cubicBezTo>
                <a:cubicBezTo>
                  <a:pt x="532403" y="35884"/>
                  <a:pt x="534600" y="35152"/>
                  <a:pt x="536797" y="34664"/>
                </a:cubicBezTo>
                <a:cubicBezTo>
                  <a:pt x="538994" y="34175"/>
                  <a:pt x="541435" y="33931"/>
                  <a:pt x="543876" y="33931"/>
                </a:cubicBezTo>
                <a:close/>
                <a:moveTo>
                  <a:pt x="630779" y="33687"/>
                </a:moveTo>
                <a:cubicBezTo>
                  <a:pt x="636638" y="33687"/>
                  <a:pt x="642008" y="34908"/>
                  <a:pt x="647135" y="37105"/>
                </a:cubicBezTo>
                <a:cubicBezTo>
                  <a:pt x="652017" y="39302"/>
                  <a:pt x="656411" y="42475"/>
                  <a:pt x="660073" y="46625"/>
                </a:cubicBezTo>
                <a:cubicBezTo>
                  <a:pt x="663734" y="50775"/>
                  <a:pt x="666664" y="55657"/>
                  <a:pt x="668617" y="61516"/>
                </a:cubicBezTo>
                <a:cubicBezTo>
                  <a:pt x="670814" y="67619"/>
                  <a:pt x="672034" y="74209"/>
                  <a:pt x="672034" y="81289"/>
                </a:cubicBezTo>
                <a:cubicBezTo>
                  <a:pt x="672034" y="88856"/>
                  <a:pt x="671058" y="95691"/>
                  <a:pt x="668861" y="101794"/>
                </a:cubicBezTo>
                <a:cubicBezTo>
                  <a:pt x="666664" y="107653"/>
                  <a:pt x="663734" y="112779"/>
                  <a:pt x="660073" y="116929"/>
                </a:cubicBezTo>
                <a:cubicBezTo>
                  <a:pt x="656411" y="121079"/>
                  <a:pt x="652017" y="124252"/>
                  <a:pt x="646891" y="126449"/>
                </a:cubicBezTo>
                <a:cubicBezTo>
                  <a:pt x="641765" y="128646"/>
                  <a:pt x="636394" y="129623"/>
                  <a:pt x="630535" y="129623"/>
                </a:cubicBezTo>
                <a:cubicBezTo>
                  <a:pt x="624677" y="129623"/>
                  <a:pt x="619306" y="128402"/>
                  <a:pt x="614424" y="126205"/>
                </a:cubicBezTo>
                <a:cubicBezTo>
                  <a:pt x="609542" y="124008"/>
                  <a:pt x="605148" y="120590"/>
                  <a:pt x="601730" y="116441"/>
                </a:cubicBezTo>
                <a:cubicBezTo>
                  <a:pt x="598069" y="112291"/>
                  <a:pt x="595383" y="107164"/>
                  <a:pt x="593186" y="101306"/>
                </a:cubicBezTo>
                <a:cubicBezTo>
                  <a:pt x="591234" y="95447"/>
                  <a:pt x="590013" y="88856"/>
                  <a:pt x="590013" y="81777"/>
                </a:cubicBezTo>
                <a:cubicBezTo>
                  <a:pt x="590013" y="74209"/>
                  <a:pt x="590989" y="67619"/>
                  <a:pt x="593186" y="61516"/>
                </a:cubicBezTo>
                <a:cubicBezTo>
                  <a:pt x="595383" y="55657"/>
                  <a:pt x="598069" y="50531"/>
                  <a:pt x="601730" y="46381"/>
                </a:cubicBezTo>
                <a:cubicBezTo>
                  <a:pt x="605392" y="42231"/>
                  <a:pt x="609786" y="39058"/>
                  <a:pt x="614668" y="36861"/>
                </a:cubicBezTo>
                <a:cubicBezTo>
                  <a:pt x="619550" y="34664"/>
                  <a:pt x="624921" y="33687"/>
                  <a:pt x="630779" y="33687"/>
                </a:cubicBezTo>
                <a:close/>
                <a:moveTo>
                  <a:pt x="450871" y="33687"/>
                </a:moveTo>
                <a:cubicBezTo>
                  <a:pt x="457462" y="33687"/>
                  <a:pt x="463077" y="34908"/>
                  <a:pt x="467959" y="37349"/>
                </a:cubicBezTo>
                <a:cubicBezTo>
                  <a:pt x="472841" y="39790"/>
                  <a:pt x="476746" y="43208"/>
                  <a:pt x="479920" y="47357"/>
                </a:cubicBezTo>
                <a:cubicBezTo>
                  <a:pt x="483093" y="51507"/>
                  <a:pt x="485534" y="56390"/>
                  <a:pt x="486999" y="62004"/>
                </a:cubicBezTo>
                <a:cubicBezTo>
                  <a:pt x="488708" y="67863"/>
                  <a:pt x="489684" y="73721"/>
                  <a:pt x="489684" y="79824"/>
                </a:cubicBezTo>
                <a:cubicBezTo>
                  <a:pt x="489684" y="81533"/>
                  <a:pt x="489684" y="82997"/>
                  <a:pt x="489440" y="84462"/>
                </a:cubicBezTo>
                <a:cubicBezTo>
                  <a:pt x="489440" y="85927"/>
                  <a:pt x="489196" y="87147"/>
                  <a:pt x="489196" y="88124"/>
                </a:cubicBezTo>
                <a:lnTo>
                  <a:pt x="428413" y="88124"/>
                </a:lnTo>
                <a:cubicBezTo>
                  <a:pt x="428901" y="92518"/>
                  <a:pt x="429877" y="96424"/>
                  <a:pt x="431342" y="99597"/>
                </a:cubicBezTo>
                <a:cubicBezTo>
                  <a:pt x="432807" y="102770"/>
                  <a:pt x="434516" y="105456"/>
                  <a:pt x="436469" y="107408"/>
                </a:cubicBezTo>
                <a:cubicBezTo>
                  <a:pt x="438421" y="109361"/>
                  <a:pt x="440862" y="111070"/>
                  <a:pt x="443548" y="112047"/>
                </a:cubicBezTo>
                <a:cubicBezTo>
                  <a:pt x="446233" y="113023"/>
                  <a:pt x="448918" y="113511"/>
                  <a:pt x="451603" y="113511"/>
                </a:cubicBezTo>
                <a:cubicBezTo>
                  <a:pt x="453556" y="113511"/>
                  <a:pt x="455509" y="113267"/>
                  <a:pt x="457218" y="113023"/>
                </a:cubicBezTo>
                <a:cubicBezTo>
                  <a:pt x="458927" y="112779"/>
                  <a:pt x="460635" y="112291"/>
                  <a:pt x="462344" y="111558"/>
                </a:cubicBezTo>
                <a:cubicBezTo>
                  <a:pt x="464053" y="110826"/>
                  <a:pt x="465518" y="110094"/>
                  <a:pt x="466738" y="109361"/>
                </a:cubicBezTo>
                <a:cubicBezTo>
                  <a:pt x="467959" y="108629"/>
                  <a:pt x="469667" y="107653"/>
                  <a:pt x="471620" y="106188"/>
                </a:cubicBezTo>
                <a:lnTo>
                  <a:pt x="482361" y="117661"/>
                </a:lnTo>
                <a:cubicBezTo>
                  <a:pt x="480164" y="119858"/>
                  <a:pt x="477967" y="121567"/>
                  <a:pt x="475770" y="122787"/>
                </a:cubicBezTo>
                <a:cubicBezTo>
                  <a:pt x="473573" y="124008"/>
                  <a:pt x="471376" y="125229"/>
                  <a:pt x="468935" y="126449"/>
                </a:cubicBezTo>
                <a:cubicBezTo>
                  <a:pt x="466494" y="127425"/>
                  <a:pt x="463809" y="128402"/>
                  <a:pt x="460635" y="128890"/>
                </a:cubicBezTo>
                <a:cubicBezTo>
                  <a:pt x="457462" y="129378"/>
                  <a:pt x="454288" y="129623"/>
                  <a:pt x="450383" y="129623"/>
                </a:cubicBezTo>
                <a:cubicBezTo>
                  <a:pt x="446477" y="129623"/>
                  <a:pt x="442571" y="129134"/>
                  <a:pt x="439154" y="127914"/>
                </a:cubicBezTo>
                <a:cubicBezTo>
                  <a:pt x="435736" y="126693"/>
                  <a:pt x="432563" y="125473"/>
                  <a:pt x="429877" y="123520"/>
                </a:cubicBezTo>
                <a:cubicBezTo>
                  <a:pt x="427192" y="121811"/>
                  <a:pt x="424751" y="119614"/>
                  <a:pt x="422554" y="117417"/>
                </a:cubicBezTo>
                <a:cubicBezTo>
                  <a:pt x="420357" y="115220"/>
                  <a:pt x="418404" y="112047"/>
                  <a:pt x="416452" y="108629"/>
                </a:cubicBezTo>
                <a:cubicBezTo>
                  <a:pt x="414499" y="104967"/>
                  <a:pt x="413034" y="101062"/>
                  <a:pt x="412058" y="96424"/>
                </a:cubicBezTo>
                <a:cubicBezTo>
                  <a:pt x="411081" y="92030"/>
                  <a:pt x="410593" y="87147"/>
                  <a:pt x="410593" y="81777"/>
                </a:cubicBezTo>
                <a:cubicBezTo>
                  <a:pt x="410593" y="73965"/>
                  <a:pt x="411569" y="67130"/>
                  <a:pt x="413522" y="61272"/>
                </a:cubicBezTo>
                <a:cubicBezTo>
                  <a:pt x="415475" y="55413"/>
                  <a:pt x="418160" y="50287"/>
                  <a:pt x="421822" y="46137"/>
                </a:cubicBezTo>
                <a:cubicBezTo>
                  <a:pt x="425240" y="41987"/>
                  <a:pt x="429633" y="39058"/>
                  <a:pt x="434516" y="36861"/>
                </a:cubicBezTo>
                <a:cubicBezTo>
                  <a:pt x="439398" y="34664"/>
                  <a:pt x="445012" y="33687"/>
                  <a:pt x="450871" y="33687"/>
                </a:cubicBezTo>
                <a:close/>
                <a:moveTo>
                  <a:pt x="18064" y="22213"/>
                </a:moveTo>
                <a:lnTo>
                  <a:pt x="18064" y="64445"/>
                </a:lnTo>
                <a:lnTo>
                  <a:pt x="51019" y="64445"/>
                </a:lnTo>
                <a:cubicBezTo>
                  <a:pt x="58098" y="64445"/>
                  <a:pt x="63225" y="62492"/>
                  <a:pt x="66886" y="58830"/>
                </a:cubicBezTo>
                <a:cubicBezTo>
                  <a:pt x="69816" y="55413"/>
                  <a:pt x="71769" y="50042"/>
                  <a:pt x="71769" y="43451"/>
                </a:cubicBezTo>
                <a:cubicBezTo>
                  <a:pt x="71769" y="40034"/>
                  <a:pt x="71280" y="37105"/>
                  <a:pt x="70304" y="34419"/>
                </a:cubicBezTo>
                <a:cubicBezTo>
                  <a:pt x="69327" y="31734"/>
                  <a:pt x="67863" y="29537"/>
                  <a:pt x="66154" y="27828"/>
                </a:cubicBezTo>
                <a:cubicBezTo>
                  <a:pt x="64445" y="26119"/>
                  <a:pt x="62248" y="24655"/>
                  <a:pt x="59563" y="23678"/>
                </a:cubicBezTo>
                <a:cubicBezTo>
                  <a:pt x="56878" y="22702"/>
                  <a:pt x="54193" y="22213"/>
                  <a:pt x="51019" y="22213"/>
                </a:cubicBezTo>
                <a:close/>
                <a:moveTo>
                  <a:pt x="0" y="5126"/>
                </a:moveTo>
                <a:lnTo>
                  <a:pt x="51263" y="5126"/>
                </a:lnTo>
                <a:cubicBezTo>
                  <a:pt x="56878" y="5126"/>
                  <a:pt x="62004" y="5858"/>
                  <a:pt x="66886" y="7567"/>
                </a:cubicBezTo>
                <a:cubicBezTo>
                  <a:pt x="71769" y="9275"/>
                  <a:pt x="75919" y="11473"/>
                  <a:pt x="79336" y="14890"/>
                </a:cubicBezTo>
                <a:cubicBezTo>
                  <a:pt x="82753" y="18064"/>
                  <a:pt x="85683" y="21969"/>
                  <a:pt x="87636" y="26852"/>
                </a:cubicBezTo>
                <a:cubicBezTo>
                  <a:pt x="89345" y="31734"/>
                  <a:pt x="90321" y="37349"/>
                  <a:pt x="90321" y="43451"/>
                </a:cubicBezTo>
                <a:cubicBezTo>
                  <a:pt x="90321" y="49799"/>
                  <a:pt x="89345" y="55413"/>
                  <a:pt x="87392" y="60051"/>
                </a:cubicBezTo>
                <a:cubicBezTo>
                  <a:pt x="85439" y="64933"/>
                  <a:pt x="82509" y="68839"/>
                  <a:pt x="79092" y="72012"/>
                </a:cubicBezTo>
                <a:cubicBezTo>
                  <a:pt x="75430" y="75186"/>
                  <a:pt x="71280" y="77627"/>
                  <a:pt x="66398" y="79336"/>
                </a:cubicBezTo>
                <a:cubicBezTo>
                  <a:pt x="61516" y="81045"/>
                  <a:pt x="55901" y="81777"/>
                  <a:pt x="50043" y="81777"/>
                </a:cubicBezTo>
                <a:lnTo>
                  <a:pt x="18064" y="81777"/>
                </a:lnTo>
                <a:lnTo>
                  <a:pt x="18064" y="127426"/>
                </a:lnTo>
                <a:lnTo>
                  <a:pt x="0" y="127426"/>
                </a:lnTo>
                <a:close/>
                <a:moveTo>
                  <a:pt x="284388" y="244"/>
                </a:moveTo>
                <a:lnTo>
                  <a:pt x="284388" y="35884"/>
                </a:lnTo>
                <a:lnTo>
                  <a:pt x="307090" y="35884"/>
                </a:lnTo>
                <a:lnTo>
                  <a:pt x="307090" y="52240"/>
                </a:lnTo>
                <a:lnTo>
                  <a:pt x="284388" y="52240"/>
                </a:lnTo>
                <a:lnTo>
                  <a:pt x="284388" y="102038"/>
                </a:lnTo>
                <a:cubicBezTo>
                  <a:pt x="284388" y="104235"/>
                  <a:pt x="284632" y="105944"/>
                  <a:pt x="284876" y="107408"/>
                </a:cubicBezTo>
                <a:cubicBezTo>
                  <a:pt x="285364" y="108873"/>
                  <a:pt x="285853" y="109850"/>
                  <a:pt x="286585" y="110826"/>
                </a:cubicBezTo>
                <a:cubicBezTo>
                  <a:pt x="287317" y="111558"/>
                  <a:pt x="288294" y="112291"/>
                  <a:pt x="289514" y="112535"/>
                </a:cubicBezTo>
                <a:cubicBezTo>
                  <a:pt x="290735" y="112779"/>
                  <a:pt x="292199" y="113023"/>
                  <a:pt x="293664" y="113023"/>
                </a:cubicBezTo>
                <a:cubicBezTo>
                  <a:pt x="296105" y="113023"/>
                  <a:pt x="298302" y="112535"/>
                  <a:pt x="300743" y="111802"/>
                </a:cubicBezTo>
                <a:cubicBezTo>
                  <a:pt x="303184" y="111070"/>
                  <a:pt x="305137" y="110093"/>
                  <a:pt x="306846" y="109361"/>
                </a:cubicBezTo>
                <a:lnTo>
                  <a:pt x="304893" y="125228"/>
                </a:lnTo>
                <a:cubicBezTo>
                  <a:pt x="302696" y="126449"/>
                  <a:pt x="300011" y="127425"/>
                  <a:pt x="297082" y="128402"/>
                </a:cubicBezTo>
                <a:cubicBezTo>
                  <a:pt x="294152" y="129134"/>
                  <a:pt x="290735" y="129622"/>
                  <a:pt x="287317" y="129622"/>
                </a:cubicBezTo>
                <a:cubicBezTo>
                  <a:pt x="284144" y="129622"/>
                  <a:pt x="281459" y="129134"/>
                  <a:pt x="279017" y="128402"/>
                </a:cubicBezTo>
                <a:cubicBezTo>
                  <a:pt x="276576" y="127425"/>
                  <a:pt x="274623" y="126205"/>
                  <a:pt x="272671" y="124252"/>
                </a:cubicBezTo>
                <a:cubicBezTo>
                  <a:pt x="270718" y="122299"/>
                  <a:pt x="269253" y="119858"/>
                  <a:pt x="268277" y="116684"/>
                </a:cubicBezTo>
                <a:cubicBezTo>
                  <a:pt x="267300" y="113511"/>
                  <a:pt x="266812" y="109850"/>
                  <a:pt x="266812" y="105456"/>
                </a:cubicBezTo>
                <a:lnTo>
                  <a:pt x="266812" y="52240"/>
                </a:lnTo>
                <a:lnTo>
                  <a:pt x="253630" y="52240"/>
                </a:lnTo>
                <a:lnTo>
                  <a:pt x="253630" y="35884"/>
                </a:lnTo>
                <a:lnTo>
                  <a:pt x="266812" y="35884"/>
                </a:lnTo>
                <a:lnTo>
                  <a:pt x="266812" y="9764"/>
                </a:lnTo>
                <a:close/>
                <a:moveTo>
                  <a:pt x="341265" y="0"/>
                </a:moveTo>
                <a:lnTo>
                  <a:pt x="341265" y="44428"/>
                </a:lnTo>
                <a:cubicBezTo>
                  <a:pt x="342486" y="42719"/>
                  <a:pt x="343706" y="41255"/>
                  <a:pt x="345415" y="40034"/>
                </a:cubicBezTo>
                <a:cubicBezTo>
                  <a:pt x="347124" y="38813"/>
                  <a:pt x="348833" y="37593"/>
                  <a:pt x="350785" y="36617"/>
                </a:cubicBezTo>
                <a:cubicBezTo>
                  <a:pt x="352738" y="35640"/>
                  <a:pt x="354935" y="34908"/>
                  <a:pt x="357132" y="34420"/>
                </a:cubicBezTo>
                <a:cubicBezTo>
                  <a:pt x="359329" y="33931"/>
                  <a:pt x="361770" y="33687"/>
                  <a:pt x="364211" y="33687"/>
                </a:cubicBezTo>
                <a:cubicBezTo>
                  <a:pt x="369826" y="33687"/>
                  <a:pt x="374464" y="34664"/>
                  <a:pt x="378614" y="36372"/>
                </a:cubicBezTo>
                <a:cubicBezTo>
                  <a:pt x="382764" y="38081"/>
                  <a:pt x="385937" y="40766"/>
                  <a:pt x="388866" y="44184"/>
                </a:cubicBezTo>
                <a:cubicBezTo>
                  <a:pt x="391552" y="47602"/>
                  <a:pt x="393748" y="51995"/>
                  <a:pt x="394969" y="57366"/>
                </a:cubicBezTo>
                <a:cubicBezTo>
                  <a:pt x="396190" y="62736"/>
                  <a:pt x="396922" y="68595"/>
                  <a:pt x="396922" y="74942"/>
                </a:cubicBezTo>
                <a:lnTo>
                  <a:pt x="396922" y="127425"/>
                </a:lnTo>
                <a:lnTo>
                  <a:pt x="379346" y="127425"/>
                </a:lnTo>
                <a:lnTo>
                  <a:pt x="379346" y="75674"/>
                </a:lnTo>
                <a:cubicBezTo>
                  <a:pt x="379346" y="67130"/>
                  <a:pt x="377881" y="60783"/>
                  <a:pt x="374708" y="56634"/>
                </a:cubicBezTo>
                <a:cubicBezTo>
                  <a:pt x="371779" y="52484"/>
                  <a:pt x="366896" y="50287"/>
                  <a:pt x="360306" y="50287"/>
                </a:cubicBezTo>
                <a:cubicBezTo>
                  <a:pt x="357621" y="50287"/>
                  <a:pt x="354935" y="50775"/>
                  <a:pt x="352494" y="51751"/>
                </a:cubicBezTo>
                <a:cubicBezTo>
                  <a:pt x="350053" y="52728"/>
                  <a:pt x="348100" y="54192"/>
                  <a:pt x="346392" y="56389"/>
                </a:cubicBezTo>
                <a:cubicBezTo>
                  <a:pt x="344683" y="58586"/>
                  <a:pt x="343462" y="61028"/>
                  <a:pt x="342486" y="63713"/>
                </a:cubicBezTo>
                <a:cubicBezTo>
                  <a:pt x="341753" y="66642"/>
                  <a:pt x="341265" y="69815"/>
                  <a:pt x="341265" y="73721"/>
                </a:cubicBezTo>
                <a:lnTo>
                  <a:pt x="341265" y="127425"/>
                </a:lnTo>
                <a:lnTo>
                  <a:pt x="323201" y="127425"/>
                </a:lnTo>
                <a:lnTo>
                  <a:pt x="323201" y="9520"/>
                </a:lnTo>
                <a:close/>
              </a:path>
            </a:pathLst>
          </a:custGeom>
          <a:solidFill>
            <a:srgbClr val="1A9AFA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87323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8FD43F5-E67E-5C3D-F989-8F5056ECB6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9398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FD43F5-E67E-5C3D-F989-8F5056ECB6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0562FB85-259D-A89A-1C34-899156C3DE47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005026"/>
            <a:ext cx="11224347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27329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2714A54-FBCE-AB3F-9D68-11F74171F8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36579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714A54-FBCE-AB3F-9D68-11F74171F8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4437064"/>
            <a:ext cx="2545200" cy="6048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523" y="5243516"/>
            <a:ext cx="25452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661" y="4437064"/>
            <a:ext cx="2545200" cy="6048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661" y="5243516"/>
            <a:ext cx="25452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1799" y="4437064"/>
            <a:ext cx="2545200" cy="6048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799" y="5243516"/>
            <a:ext cx="25452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4936" y="4437064"/>
            <a:ext cx="2545200" cy="6048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937" y="5243516"/>
            <a:ext cx="25452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47795BA7-FED2-3A4E-668F-CA4916635A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323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AF8E8AE1-116F-1D7C-AFB6-535FEA2AD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461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4B1E875-44CC-11CC-E72A-001D464384F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3598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8D314131-1577-B46C-596B-C2AD516D1E6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6736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8609294F-2255-61BF-4D4F-7ACA32F6D228}"/>
              </a:ext>
            </a:extLst>
          </p:cNvPr>
          <p:cNvSpPr>
            <a:spLocks noGrp="1"/>
          </p:cNvSpPr>
          <p:nvPr>
            <p:ph type="dgm" sz="quarter" idx="25" hasCustomPrompt="1"/>
          </p:nvPr>
        </p:nvSpPr>
        <p:spPr>
          <a:xfrm>
            <a:off x="485523" y="1005026"/>
            <a:ext cx="11224347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7830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76347DB-D87A-F055-32D5-51FFC10E27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7967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6347DB-D87A-F055-32D5-51FFC10E27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7BC80A-0B74-DD25-90D5-7D9F71589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07923" y="201612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F5E5E41-09E4-029C-0E75-C9B547EC8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7923" y="241934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1A34F1E0-A87C-7178-6538-22253973A9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5523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74E37A4-57E6-2CDF-2A5F-3C554861B7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523" y="1411287"/>
            <a:ext cx="2548800" cy="196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Team name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116B2E5-B73A-D121-0F3D-AD18A29831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07923" y="302196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EB861F1-1DCD-AC14-72C5-74E3CBEDCC6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923" y="342518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2AD0FA3F-F163-4A05-299B-BC661CE2D5A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85523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5857066-46A9-72C9-EBC1-46A671B0000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07923" y="403542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8DCA9A-F508-544F-26AE-564194DADC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7923" y="443864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0057E680-F84B-F640-97B3-1574895E590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85523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A0A840B-4CD0-8E51-0DB8-CAA8C5CE56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07923" y="504126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07FD0F3-2EFB-1048-729B-F8D9C5387E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07923" y="544448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30" name="Picture Placeholder 12">
            <a:extLst>
              <a:ext uri="{FF2B5EF4-FFF2-40B4-BE49-F238E27FC236}">
                <a16:creationId xmlns:a16="http://schemas.microsoft.com/office/drawing/2014/main" id="{8F182A88-FA5D-6BF5-64A4-F27206333D0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85523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0E55779C-A246-7AA1-1246-32F3BAC3E9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99772" y="201612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AE906D56-BF94-FEC3-DB85-DEC802C0ED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99772" y="241934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CF08BE99-68E9-C172-4584-192EAC7EBA2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377372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61B59087-059A-8552-985C-C458B49492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77372" y="1411287"/>
            <a:ext cx="2548800" cy="196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Team name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80CEAFC-3F56-53A9-7CA1-6FF2EFEA9F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99772" y="302196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1F927087-C230-38DF-C1BC-D979647576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99772" y="342518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37" name="Picture Placeholder 12">
            <a:extLst>
              <a:ext uri="{FF2B5EF4-FFF2-40B4-BE49-F238E27FC236}">
                <a16:creationId xmlns:a16="http://schemas.microsoft.com/office/drawing/2014/main" id="{E5B079F2-242E-7156-DFAD-AED073123B5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372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BAD8BB7A-C875-E730-22F2-58BF881807E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99772" y="403542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428864EC-7BF7-9E3F-14AA-1569F68FDB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99772" y="443864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01784631-4FDE-2C65-08D2-90389B52BB2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377372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0154653D-5642-2E90-794A-C1E075F2C19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99772" y="504126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7B745924-C16B-48BF-AE37-F5CD447BF3B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99772" y="544448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43" name="Picture Placeholder 12">
            <a:extLst>
              <a:ext uri="{FF2B5EF4-FFF2-40B4-BE49-F238E27FC236}">
                <a16:creationId xmlns:a16="http://schemas.microsoft.com/office/drawing/2014/main" id="{4E35CBCD-AFBE-52EA-7BC2-89F29ED83F88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377372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C6A4FD7C-43FE-CC16-4728-179DD98E56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91621" y="201612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CCC5923F-9079-4223-BD7D-2ECA17762C8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91621" y="241934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D730576F-217C-362A-C36F-674299D51B9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269221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683AAA8B-B0B9-8676-2816-59B9081C344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69221" y="1411287"/>
            <a:ext cx="2548800" cy="196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Team name</a:t>
            </a:r>
            <a:endParaRPr lang="en-US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66FDE5EC-EECA-8ACE-6501-3066CB7FE8A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91621" y="302196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73D20F87-E90C-42D0-0ED6-6300216BB30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91621" y="342518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50" name="Picture Placeholder 12">
            <a:extLst>
              <a:ext uri="{FF2B5EF4-FFF2-40B4-BE49-F238E27FC236}">
                <a16:creationId xmlns:a16="http://schemas.microsoft.com/office/drawing/2014/main" id="{03693376-1C6C-F15B-897B-29DF694405E9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269221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77461B86-A1F2-292C-BC4A-3A720C40ECF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291621" y="403542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32236890-E7EA-252D-D7B2-D649918B3AD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291621" y="443864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53" name="Picture Placeholder 12">
            <a:extLst>
              <a:ext uri="{FF2B5EF4-FFF2-40B4-BE49-F238E27FC236}">
                <a16:creationId xmlns:a16="http://schemas.microsoft.com/office/drawing/2014/main" id="{9D7279F8-145F-2BC9-392D-C195932B23E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69221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38CC5E8C-843D-F801-E86E-74E733EC4AC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291621" y="504126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1F5E5E23-4BD8-2BF8-132F-46B1EEF1CE4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291621" y="544448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5CD9EB6F-BA12-B7A4-0F8D-EF9271F7223A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269221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23566F37-EF18-0360-14F6-C03B1215951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83471" y="201612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58D642CD-278F-34F9-CF75-99A7339353C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83471" y="241934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59" name="Picture Placeholder 12">
            <a:extLst>
              <a:ext uri="{FF2B5EF4-FFF2-40B4-BE49-F238E27FC236}">
                <a16:creationId xmlns:a16="http://schemas.microsoft.com/office/drawing/2014/main" id="{4F6E90F8-DB8A-5E9D-7163-AC30457FEAC0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161070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7435555B-D553-70C9-B67C-5A661E9585C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1070" y="1411287"/>
            <a:ext cx="2548800" cy="196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Team name</a:t>
            </a:r>
            <a:endParaRPr lang="en-US"/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5DB8DE5C-79AE-8E49-DC40-B4E1DDB68BA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0183471" y="302196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289E0F5F-936F-FA54-01D7-5CD0040D07C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183471" y="342518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63" name="Picture Placeholder 12">
            <a:extLst>
              <a:ext uri="{FF2B5EF4-FFF2-40B4-BE49-F238E27FC236}">
                <a16:creationId xmlns:a16="http://schemas.microsoft.com/office/drawing/2014/main" id="{11FBE638-0595-F8E5-AFBB-43DC12983672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161070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A3352A0C-1A08-FCFC-FF9C-CCA8F22308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183471" y="403542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65" name="Text Placeholder 9">
            <a:extLst>
              <a:ext uri="{FF2B5EF4-FFF2-40B4-BE49-F238E27FC236}">
                <a16:creationId xmlns:a16="http://schemas.microsoft.com/office/drawing/2014/main" id="{6E261588-76E1-16B7-8374-3F9A28832EF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183471" y="443864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CAE85F7E-2BA3-3513-9E8B-8B03FE7AAC4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161070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67" name="Text Placeholder 9">
            <a:extLst>
              <a:ext uri="{FF2B5EF4-FFF2-40B4-BE49-F238E27FC236}">
                <a16:creationId xmlns:a16="http://schemas.microsoft.com/office/drawing/2014/main" id="{7280094F-B199-060D-4D4B-CA4F1BFCF5F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183471" y="5041264"/>
            <a:ext cx="1526400" cy="389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253E3C85-558C-05C1-155E-0E52AA94351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183471" y="5444489"/>
            <a:ext cx="15264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69" name="Picture Placeholder 12">
            <a:extLst>
              <a:ext uri="{FF2B5EF4-FFF2-40B4-BE49-F238E27FC236}">
                <a16:creationId xmlns:a16="http://schemas.microsoft.com/office/drawing/2014/main" id="{E5B87C2C-7F36-6D34-D014-54305471A5A7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161070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Picture</a:t>
            </a:r>
            <a:endParaRPr lang="en-US"/>
          </a:p>
        </p:txBody>
      </p:sp>
      <p:sp>
        <p:nvSpPr>
          <p:cNvPr id="70" name="SmartArt Placeholder 7">
            <a:extLst>
              <a:ext uri="{FF2B5EF4-FFF2-40B4-BE49-F238E27FC236}">
                <a16:creationId xmlns:a16="http://schemas.microsoft.com/office/drawing/2014/main" id="{162A8BA6-6F67-C4EB-3430-78F1A0EC0F06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485523" y="1696224"/>
            <a:ext cx="2548800" cy="1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1" name="SmartArt Placeholder 7">
            <a:extLst>
              <a:ext uri="{FF2B5EF4-FFF2-40B4-BE49-F238E27FC236}">
                <a16:creationId xmlns:a16="http://schemas.microsoft.com/office/drawing/2014/main" id="{EC5DF0FE-64D1-AB19-CAF1-A390D6492B0D}"/>
              </a:ext>
            </a:extLst>
          </p:cNvPr>
          <p:cNvSpPr>
            <a:spLocks noGrp="1"/>
          </p:cNvSpPr>
          <p:nvPr>
            <p:ph type="dgm" sz="quarter" idx="75" hasCustomPrompt="1"/>
          </p:nvPr>
        </p:nvSpPr>
        <p:spPr>
          <a:xfrm>
            <a:off x="3377372" y="1696224"/>
            <a:ext cx="2548800" cy="1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2" name="SmartArt Placeholder 7">
            <a:extLst>
              <a:ext uri="{FF2B5EF4-FFF2-40B4-BE49-F238E27FC236}">
                <a16:creationId xmlns:a16="http://schemas.microsoft.com/office/drawing/2014/main" id="{60800279-F9E3-EDED-BB35-F73EEF52F830}"/>
              </a:ext>
            </a:extLst>
          </p:cNvPr>
          <p:cNvSpPr>
            <a:spLocks noGrp="1"/>
          </p:cNvSpPr>
          <p:nvPr>
            <p:ph type="dgm" sz="quarter" idx="76" hasCustomPrompt="1"/>
          </p:nvPr>
        </p:nvSpPr>
        <p:spPr>
          <a:xfrm>
            <a:off x="6269221" y="1696224"/>
            <a:ext cx="2548800" cy="1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3" name="SmartArt Placeholder 7">
            <a:extLst>
              <a:ext uri="{FF2B5EF4-FFF2-40B4-BE49-F238E27FC236}">
                <a16:creationId xmlns:a16="http://schemas.microsoft.com/office/drawing/2014/main" id="{1BF95AC1-33EC-C487-C489-B7A97BBB2925}"/>
              </a:ext>
            </a:extLst>
          </p:cNvPr>
          <p:cNvSpPr>
            <a:spLocks noGrp="1"/>
          </p:cNvSpPr>
          <p:nvPr>
            <p:ph type="dgm" sz="quarter" idx="77" hasCustomPrompt="1"/>
          </p:nvPr>
        </p:nvSpPr>
        <p:spPr>
          <a:xfrm>
            <a:off x="9161070" y="1696224"/>
            <a:ext cx="2548800" cy="1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55E58D2B-0CA9-0D19-53DD-C4C9BE12F41A}"/>
              </a:ext>
            </a:extLst>
          </p:cNvPr>
          <p:cNvSpPr>
            <a:spLocks noGrp="1"/>
          </p:cNvSpPr>
          <p:nvPr>
            <p:ph type="dgm" sz="quarter" idx="78" hasCustomPrompt="1"/>
          </p:nvPr>
        </p:nvSpPr>
        <p:spPr>
          <a:xfrm>
            <a:off x="485523" y="1005026"/>
            <a:ext cx="11224347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60383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17C74F6-EFC0-BAB6-25C9-37D3C63FDD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401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7C74F6-EFC0-BAB6-25C9-37D3C63FDD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2016125"/>
            <a:ext cx="5610479" cy="4033837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7C4A53-D484-0A91-32DE-DC7DFBC6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9"/>
            <a:ext cx="5610479" cy="1057473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SmartArt Placeholder 30">
            <a:extLst>
              <a:ext uri="{FF2B5EF4-FFF2-40B4-BE49-F238E27FC236}">
                <a16:creationId xmlns:a16="http://schemas.microsoft.com/office/drawing/2014/main" id="{B4D751B7-AE4C-41A0-9D45-CCFDCADCA07C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10864485" y="6275796"/>
            <a:ext cx="346392" cy="126450"/>
          </a:xfrm>
          <a:custGeom>
            <a:avLst/>
            <a:gdLst>
              <a:gd name="connsiteX0" fmla="*/ 346392 w 346392"/>
              <a:gd name="connsiteY0" fmla="*/ 0 h 126450"/>
              <a:gd name="connsiteX1" fmla="*/ 346392 w 346392"/>
              <a:gd name="connsiteY1" fmla="*/ 65422 h 126450"/>
              <a:gd name="connsiteX2" fmla="*/ 0 w 346392"/>
              <a:gd name="connsiteY2" fmla="*/ 126450 h 12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392" h="126450">
                <a:moveTo>
                  <a:pt x="346392" y="0"/>
                </a:moveTo>
                <a:lnTo>
                  <a:pt x="346392" y="65422"/>
                </a:lnTo>
                <a:lnTo>
                  <a:pt x="0" y="126450"/>
                </a:lnTo>
                <a:close/>
              </a:path>
            </a:pathLst>
          </a:custGeom>
          <a:solidFill>
            <a:srgbClr val="FBE74D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SmartArt Placeholder 29">
            <a:extLst>
              <a:ext uri="{FF2B5EF4-FFF2-40B4-BE49-F238E27FC236}">
                <a16:creationId xmlns:a16="http://schemas.microsoft.com/office/drawing/2014/main" id="{6B0E063D-F8F1-D8E6-A054-EC366A72B04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10867415" y="6454973"/>
            <a:ext cx="290979" cy="175270"/>
          </a:xfrm>
          <a:custGeom>
            <a:avLst/>
            <a:gdLst>
              <a:gd name="connsiteX0" fmla="*/ 115952 w 290979"/>
              <a:gd name="connsiteY0" fmla="*/ 0 h 175270"/>
              <a:gd name="connsiteX1" fmla="*/ 174051 w 290979"/>
              <a:gd name="connsiteY1" fmla="*/ 0 h 175270"/>
              <a:gd name="connsiteX2" fmla="*/ 203832 w 290979"/>
              <a:gd name="connsiteY2" fmla="*/ 57122 h 175270"/>
              <a:gd name="connsiteX3" fmla="*/ 233614 w 290979"/>
              <a:gd name="connsiteY3" fmla="*/ 0 h 175270"/>
              <a:gd name="connsiteX4" fmla="*/ 290979 w 290979"/>
              <a:gd name="connsiteY4" fmla="*/ 0 h 175270"/>
              <a:gd name="connsiteX5" fmla="*/ 229708 w 290979"/>
              <a:gd name="connsiteY5" fmla="*/ 105944 h 175270"/>
              <a:gd name="connsiteX6" fmla="*/ 229708 w 290979"/>
              <a:gd name="connsiteY6" fmla="*/ 175270 h 175270"/>
              <a:gd name="connsiteX7" fmla="*/ 177224 w 290979"/>
              <a:gd name="connsiteY7" fmla="*/ 175270 h 175270"/>
              <a:gd name="connsiteX8" fmla="*/ 177224 w 290979"/>
              <a:gd name="connsiteY8" fmla="*/ 105944 h 175270"/>
              <a:gd name="connsiteX9" fmla="*/ 0 w 290979"/>
              <a:gd name="connsiteY9" fmla="*/ 0 h 175270"/>
              <a:gd name="connsiteX10" fmla="*/ 99597 w 290979"/>
              <a:gd name="connsiteY10" fmla="*/ 0 h 175270"/>
              <a:gd name="connsiteX11" fmla="*/ 122788 w 290979"/>
              <a:gd name="connsiteY11" fmla="*/ 40278 h 175270"/>
              <a:gd name="connsiteX12" fmla="*/ 52484 w 290979"/>
              <a:gd name="connsiteY12" fmla="*/ 40278 h 175270"/>
              <a:gd name="connsiteX13" fmla="*/ 52484 w 290979"/>
              <a:gd name="connsiteY13" fmla="*/ 69327 h 175270"/>
              <a:gd name="connsiteX14" fmla="*/ 115952 w 290979"/>
              <a:gd name="connsiteY14" fmla="*/ 69327 h 175270"/>
              <a:gd name="connsiteX15" fmla="*/ 115952 w 290979"/>
              <a:gd name="connsiteY15" fmla="*/ 106188 h 175270"/>
              <a:gd name="connsiteX16" fmla="*/ 52484 w 290979"/>
              <a:gd name="connsiteY16" fmla="*/ 106188 h 175270"/>
              <a:gd name="connsiteX17" fmla="*/ 52484 w 290979"/>
              <a:gd name="connsiteY17" fmla="*/ 134992 h 175270"/>
              <a:gd name="connsiteX18" fmla="*/ 140119 w 290979"/>
              <a:gd name="connsiteY18" fmla="*/ 134992 h 175270"/>
              <a:gd name="connsiteX19" fmla="*/ 140119 w 290979"/>
              <a:gd name="connsiteY19" fmla="*/ 175270 h 175270"/>
              <a:gd name="connsiteX20" fmla="*/ 0 w 290979"/>
              <a:gd name="connsiteY20" fmla="*/ 175270 h 175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0979" h="175270">
                <a:moveTo>
                  <a:pt x="115952" y="0"/>
                </a:moveTo>
                <a:lnTo>
                  <a:pt x="174051" y="0"/>
                </a:lnTo>
                <a:lnTo>
                  <a:pt x="203832" y="57122"/>
                </a:lnTo>
                <a:lnTo>
                  <a:pt x="233614" y="0"/>
                </a:lnTo>
                <a:lnTo>
                  <a:pt x="290979" y="0"/>
                </a:lnTo>
                <a:lnTo>
                  <a:pt x="229708" y="105944"/>
                </a:lnTo>
                <a:lnTo>
                  <a:pt x="229708" y="175270"/>
                </a:lnTo>
                <a:lnTo>
                  <a:pt x="177224" y="175270"/>
                </a:lnTo>
                <a:lnTo>
                  <a:pt x="177224" y="105944"/>
                </a:lnTo>
                <a:close/>
                <a:moveTo>
                  <a:pt x="0" y="0"/>
                </a:moveTo>
                <a:lnTo>
                  <a:pt x="99597" y="0"/>
                </a:lnTo>
                <a:lnTo>
                  <a:pt x="122788" y="40278"/>
                </a:lnTo>
                <a:lnTo>
                  <a:pt x="52484" y="40278"/>
                </a:lnTo>
                <a:lnTo>
                  <a:pt x="52484" y="69327"/>
                </a:lnTo>
                <a:lnTo>
                  <a:pt x="115952" y="69327"/>
                </a:lnTo>
                <a:lnTo>
                  <a:pt x="115952" y="106188"/>
                </a:lnTo>
                <a:lnTo>
                  <a:pt x="52484" y="106188"/>
                </a:lnTo>
                <a:lnTo>
                  <a:pt x="52484" y="134992"/>
                </a:lnTo>
                <a:lnTo>
                  <a:pt x="140119" y="134992"/>
                </a:lnTo>
                <a:lnTo>
                  <a:pt x="140119" y="175270"/>
                </a:lnTo>
                <a:lnTo>
                  <a:pt x="0" y="17527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8" name="SmartArt Placeholder 28">
            <a:extLst>
              <a:ext uri="{FF2B5EF4-FFF2-40B4-BE49-F238E27FC236}">
                <a16:creationId xmlns:a16="http://schemas.microsoft.com/office/drawing/2014/main" id="{40EACF79-9213-BCED-2014-A84C964F6957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11211121" y="6502575"/>
            <a:ext cx="758937" cy="129623"/>
          </a:xfrm>
          <a:custGeom>
            <a:avLst/>
            <a:gdLst>
              <a:gd name="connsiteX0" fmla="*/ 132308 w 758937"/>
              <a:gd name="connsiteY0" fmla="*/ 84218 h 129623"/>
              <a:gd name="connsiteX1" fmla="*/ 118637 w 758937"/>
              <a:gd name="connsiteY1" fmla="*/ 87880 h 129623"/>
              <a:gd name="connsiteX2" fmla="*/ 113511 w 758937"/>
              <a:gd name="connsiteY2" fmla="*/ 97888 h 129623"/>
              <a:gd name="connsiteX3" fmla="*/ 114976 w 758937"/>
              <a:gd name="connsiteY3" fmla="*/ 104723 h 129623"/>
              <a:gd name="connsiteX4" fmla="*/ 118637 w 758937"/>
              <a:gd name="connsiteY4" fmla="*/ 109361 h 129623"/>
              <a:gd name="connsiteX5" fmla="*/ 123764 w 758937"/>
              <a:gd name="connsiteY5" fmla="*/ 112046 h 129623"/>
              <a:gd name="connsiteX6" fmla="*/ 131087 w 758937"/>
              <a:gd name="connsiteY6" fmla="*/ 113023 h 129623"/>
              <a:gd name="connsiteX7" fmla="*/ 137922 w 758937"/>
              <a:gd name="connsiteY7" fmla="*/ 112046 h 129623"/>
              <a:gd name="connsiteX8" fmla="*/ 144269 w 758937"/>
              <a:gd name="connsiteY8" fmla="*/ 109361 h 129623"/>
              <a:gd name="connsiteX9" fmla="*/ 149395 w 758937"/>
              <a:gd name="connsiteY9" fmla="*/ 105699 h 129623"/>
              <a:gd name="connsiteX10" fmla="*/ 153301 w 758937"/>
              <a:gd name="connsiteY10" fmla="*/ 101550 h 129623"/>
              <a:gd name="connsiteX11" fmla="*/ 153301 w 758937"/>
              <a:gd name="connsiteY11" fmla="*/ 88368 h 129623"/>
              <a:gd name="connsiteX12" fmla="*/ 148663 w 758937"/>
              <a:gd name="connsiteY12" fmla="*/ 86415 h 129623"/>
              <a:gd name="connsiteX13" fmla="*/ 144513 w 758937"/>
              <a:gd name="connsiteY13" fmla="*/ 85194 h 129623"/>
              <a:gd name="connsiteX14" fmla="*/ 139143 w 758937"/>
              <a:gd name="connsiteY14" fmla="*/ 84462 h 129623"/>
              <a:gd name="connsiteX15" fmla="*/ 132308 w 758937"/>
              <a:gd name="connsiteY15" fmla="*/ 84218 h 129623"/>
              <a:gd name="connsiteX16" fmla="*/ 630291 w 758937"/>
              <a:gd name="connsiteY16" fmla="*/ 51019 h 129623"/>
              <a:gd name="connsiteX17" fmla="*/ 621015 w 758937"/>
              <a:gd name="connsiteY17" fmla="*/ 53216 h 129623"/>
              <a:gd name="connsiteX18" fmla="*/ 614180 w 758937"/>
              <a:gd name="connsiteY18" fmla="*/ 59319 h 129623"/>
              <a:gd name="connsiteX19" fmla="*/ 609786 w 758937"/>
              <a:gd name="connsiteY19" fmla="*/ 68839 h 129623"/>
              <a:gd name="connsiteX20" fmla="*/ 608321 w 758937"/>
              <a:gd name="connsiteY20" fmla="*/ 81289 h 129623"/>
              <a:gd name="connsiteX21" fmla="*/ 610030 w 758937"/>
              <a:gd name="connsiteY21" fmla="*/ 94715 h 129623"/>
              <a:gd name="connsiteX22" fmla="*/ 614668 w 758937"/>
              <a:gd name="connsiteY22" fmla="*/ 104479 h 129623"/>
              <a:gd name="connsiteX23" fmla="*/ 621991 w 758937"/>
              <a:gd name="connsiteY23" fmla="*/ 110338 h 129623"/>
              <a:gd name="connsiteX24" fmla="*/ 631268 w 758937"/>
              <a:gd name="connsiteY24" fmla="*/ 112291 h 129623"/>
              <a:gd name="connsiteX25" fmla="*/ 640544 w 758937"/>
              <a:gd name="connsiteY25" fmla="*/ 109849 h 129623"/>
              <a:gd name="connsiteX26" fmla="*/ 647623 w 758937"/>
              <a:gd name="connsiteY26" fmla="*/ 103259 h 129623"/>
              <a:gd name="connsiteX27" fmla="*/ 652261 w 758937"/>
              <a:gd name="connsiteY27" fmla="*/ 93494 h 129623"/>
              <a:gd name="connsiteX28" fmla="*/ 653726 w 758937"/>
              <a:gd name="connsiteY28" fmla="*/ 81777 h 129623"/>
              <a:gd name="connsiteX29" fmla="*/ 652017 w 758937"/>
              <a:gd name="connsiteY29" fmla="*/ 69083 h 129623"/>
              <a:gd name="connsiteX30" fmla="*/ 647379 w 758937"/>
              <a:gd name="connsiteY30" fmla="*/ 59319 h 129623"/>
              <a:gd name="connsiteX31" fmla="*/ 640056 w 758937"/>
              <a:gd name="connsiteY31" fmla="*/ 53216 h 129623"/>
              <a:gd name="connsiteX32" fmla="*/ 630291 w 758937"/>
              <a:gd name="connsiteY32" fmla="*/ 51019 h 129623"/>
              <a:gd name="connsiteX33" fmla="*/ 449650 w 758937"/>
              <a:gd name="connsiteY33" fmla="*/ 50287 h 129623"/>
              <a:gd name="connsiteX34" fmla="*/ 441351 w 758937"/>
              <a:gd name="connsiteY34" fmla="*/ 51751 h 129623"/>
              <a:gd name="connsiteX35" fmla="*/ 435248 w 758937"/>
              <a:gd name="connsiteY35" fmla="*/ 56145 h 129623"/>
              <a:gd name="connsiteX36" fmla="*/ 431098 w 758937"/>
              <a:gd name="connsiteY36" fmla="*/ 63225 h 129623"/>
              <a:gd name="connsiteX37" fmla="*/ 428901 w 758937"/>
              <a:gd name="connsiteY37" fmla="*/ 72989 h 129623"/>
              <a:gd name="connsiteX38" fmla="*/ 471329 w 758937"/>
              <a:gd name="connsiteY38" fmla="*/ 72989 h 129623"/>
              <a:gd name="connsiteX39" fmla="*/ 471376 w 758937"/>
              <a:gd name="connsiteY39" fmla="*/ 73233 h 129623"/>
              <a:gd name="connsiteX40" fmla="*/ 471376 w 758937"/>
              <a:gd name="connsiteY40" fmla="*/ 72989 h 129623"/>
              <a:gd name="connsiteX41" fmla="*/ 471329 w 758937"/>
              <a:gd name="connsiteY41" fmla="*/ 72989 h 129623"/>
              <a:gd name="connsiteX42" fmla="*/ 469667 w 758937"/>
              <a:gd name="connsiteY42" fmla="*/ 64445 h 129623"/>
              <a:gd name="connsiteX43" fmla="*/ 465762 w 758937"/>
              <a:gd name="connsiteY43" fmla="*/ 57122 h 129623"/>
              <a:gd name="connsiteX44" fmla="*/ 459171 w 758937"/>
              <a:gd name="connsiteY44" fmla="*/ 52240 h 129623"/>
              <a:gd name="connsiteX45" fmla="*/ 449650 w 758937"/>
              <a:gd name="connsiteY45" fmla="*/ 50287 h 129623"/>
              <a:gd name="connsiteX46" fmla="*/ 227510 w 758937"/>
              <a:gd name="connsiteY46" fmla="*/ 34419 h 129623"/>
              <a:gd name="connsiteX47" fmla="*/ 236786 w 758937"/>
              <a:gd name="connsiteY47" fmla="*/ 35396 h 129623"/>
              <a:gd name="connsiteX48" fmla="*/ 243133 w 758937"/>
              <a:gd name="connsiteY48" fmla="*/ 38325 h 129623"/>
              <a:gd name="connsiteX49" fmla="*/ 238251 w 758937"/>
              <a:gd name="connsiteY49" fmla="*/ 54924 h 129623"/>
              <a:gd name="connsiteX50" fmla="*/ 232148 w 758937"/>
              <a:gd name="connsiteY50" fmla="*/ 52483 h 129623"/>
              <a:gd name="connsiteX51" fmla="*/ 224581 w 758937"/>
              <a:gd name="connsiteY51" fmla="*/ 51751 h 129623"/>
              <a:gd name="connsiteX52" fmla="*/ 211155 w 758937"/>
              <a:gd name="connsiteY52" fmla="*/ 57610 h 129623"/>
              <a:gd name="connsiteX53" fmla="*/ 206517 w 758937"/>
              <a:gd name="connsiteY53" fmla="*/ 75430 h 129623"/>
              <a:gd name="connsiteX54" fmla="*/ 206517 w 758937"/>
              <a:gd name="connsiteY54" fmla="*/ 127914 h 129623"/>
              <a:gd name="connsiteX55" fmla="*/ 188453 w 758937"/>
              <a:gd name="connsiteY55" fmla="*/ 127914 h 129623"/>
              <a:gd name="connsiteX56" fmla="*/ 188453 w 758937"/>
              <a:gd name="connsiteY56" fmla="*/ 36128 h 129623"/>
              <a:gd name="connsiteX57" fmla="*/ 206517 w 758937"/>
              <a:gd name="connsiteY57" fmla="*/ 36128 h 129623"/>
              <a:gd name="connsiteX58" fmla="*/ 206517 w 758937"/>
              <a:gd name="connsiteY58" fmla="*/ 44916 h 129623"/>
              <a:gd name="connsiteX59" fmla="*/ 210179 w 758937"/>
              <a:gd name="connsiteY59" fmla="*/ 40766 h 129623"/>
              <a:gd name="connsiteX60" fmla="*/ 215061 w 758937"/>
              <a:gd name="connsiteY60" fmla="*/ 37349 h 129623"/>
              <a:gd name="connsiteX61" fmla="*/ 220919 w 758937"/>
              <a:gd name="connsiteY61" fmla="*/ 35152 h 129623"/>
              <a:gd name="connsiteX62" fmla="*/ 227510 w 758937"/>
              <a:gd name="connsiteY62" fmla="*/ 34419 h 129623"/>
              <a:gd name="connsiteX63" fmla="*/ 136213 w 758937"/>
              <a:gd name="connsiteY63" fmla="*/ 34175 h 129623"/>
              <a:gd name="connsiteX64" fmla="*/ 150372 w 758937"/>
              <a:gd name="connsiteY64" fmla="*/ 36128 h 129623"/>
              <a:gd name="connsiteX65" fmla="*/ 161357 w 758937"/>
              <a:gd name="connsiteY65" fmla="*/ 41743 h 129623"/>
              <a:gd name="connsiteX66" fmla="*/ 168436 w 758937"/>
              <a:gd name="connsiteY66" fmla="*/ 51507 h 129623"/>
              <a:gd name="connsiteX67" fmla="*/ 170877 w 758937"/>
              <a:gd name="connsiteY67" fmla="*/ 65177 h 129623"/>
              <a:gd name="connsiteX68" fmla="*/ 170877 w 758937"/>
              <a:gd name="connsiteY68" fmla="*/ 128158 h 129623"/>
              <a:gd name="connsiteX69" fmla="*/ 153301 w 758937"/>
              <a:gd name="connsiteY69" fmla="*/ 128158 h 129623"/>
              <a:gd name="connsiteX70" fmla="*/ 153301 w 758937"/>
              <a:gd name="connsiteY70" fmla="*/ 127669 h 129623"/>
              <a:gd name="connsiteX71" fmla="*/ 153301 w 758937"/>
              <a:gd name="connsiteY71" fmla="*/ 118637 h 129623"/>
              <a:gd name="connsiteX72" fmla="*/ 147443 w 758937"/>
              <a:gd name="connsiteY72" fmla="*/ 123276 h 129623"/>
              <a:gd name="connsiteX73" fmla="*/ 142560 w 758937"/>
              <a:gd name="connsiteY73" fmla="*/ 126205 h 129623"/>
              <a:gd name="connsiteX74" fmla="*/ 136213 w 758937"/>
              <a:gd name="connsiteY74" fmla="*/ 128646 h 129623"/>
              <a:gd name="connsiteX75" fmla="*/ 127914 w 758937"/>
              <a:gd name="connsiteY75" fmla="*/ 129622 h 129623"/>
              <a:gd name="connsiteX76" fmla="*/ 116685 w 758937"/>
              <a:gd name="connsiteY76" fmla="*/ 127914 h 129623"/>
              <a:gd name="connsiteX77" fmla="*/ 106432 w 758937"/>
              <a:gd name="connsiteY77" fmla="*/ 122543 h 129623"/>
              <a:gd name="connsiteX78" fmla="*/ 98864 w 758937"/>
              <a:gd name="connsiteY78" fmla="*/ 113023 h 129623"/>
              <a:gd name="connsiteX79" fmla="*/ 95935 w 758937"/>
              <a:gd name="connsiteY79" fmla="*/ 98620 h 129623"/>
              <a:gd name="connsiteX80" fmla="*/ 98620 w 758937"/>
              <a:gd name="connsiteY80" fmla="*/ 85438 h 129623"/>
              <a:gd name="connsiteX81" fmla="*/ 106188 w 758937"/>
              <a:gd name="connsiteY81" fmla="*/ 76162 h 129623"/>
              <a:gd name="connsiteX82" fmla="*/ 117905 w 758937"/>
              <a:gd name="connsiteY82" fmla="*/ 70792 h 129623"/>
              <a:gd name="connsiteX83" fmla="*/ 132308 w 758937"/>
              <a:gd name="connsiteY83" fmla="*/ 69083 h 129623"/>
              <a:gd name="connsiteX84" fmla="*/ 144513 w 758937"/>
              <a:gd name="connsiteY84" fmla="*/ 70059 h 129623"/>
              <a:gd name="connsiteX85" fmla="*/ 152813 w 758937"/>
              <a:gd name="connsiteY85" fmla="*/ 72500 h 129623"/>
              <a:gd name="connsiteX86" fmla="*/ 152813 w 758937"/>
              <a:gd name="connsiteY86" fmla="*/ 65665 h 129623"/>
              <a:gd name="connsiteX87" fmla="*/ 148419 w 758937"/>
              <a:gd name="connsiteY87" fmla="*/ 54192 h 129623"/>
              <a:gd name="connsiteX88" fmla="*/ 135481 w 758937"/>
              <a:gd name="connsiteY88" fmla="*/ 50287 h 129623"/>
              <a:gd name="connsiteX89" fmla="*/ 122787 w 758937"/>
              <a:gd name="connsiteY89" fmla="*/ 51751 h 129623"/>
              <a:gd name="connsiteX90" fmla="*/ 111802 w 758937"/>
              <a:gd name="connsiteY90" fmla="*/ 56145 h 129623"/>
              <a:gd name="connsiteX91" fmla="*/ 104723 w 758937"/>
              <a:gd name="connsiteY91" fmla="*/ 42475 h 129623"/>
              <a:gd name="connsiteX92" fmla="*/ 118881 w 758937"/>
              <a:gd name="connsiteY92" fmla="*/ 36372 h 129623"/>
              <a:gd name="connsiteX93" fmla="*/ 136213 w 758937"/>
              <a:gd name="connsiteY93" fmla="*/ 34175 h 129623"/>
              <a:gd name="connsiteX94" fmla="*/ 726226 w 758937"/>
              <a:gd name="connsiteY94" fmla="*/ 33931 h 129623"/>
              <a:gd name="connsiteX95" fmla="*/ 740629 w 758937"/>
              <a:gd name="connsiteY95" fmla="*/ 36617 h 129623"/>
              <a:gd name="connsiteX96" fmla="*/ 750881 w 758937"/>
              <a:gd name="connsiteY96" fmla="*/ 44428 h 129623"/>
              <a:gd name="connsiteX97" fmla="*/ 756984 w 758937"/>
              <a:gd name="connsiteY97" fmla="*/ 57122 h 129623"/>
              <a:gd name="connsiteX98" fmla="*/ 758937 w 758937"/>
              <a:gd name="connsiteY98" fmla="*/ 75186 h 129623"/>
              <a:gd name="connsiteX99" fmla="*/ 758937 w 758937"/>
              <a:gd name="connsiteY99" fmla="*/ 127670 h 129623"/>
              <a:gd name="connsiteX100" fmla="*/ 741117 w 758937"/>
              <a:gd name="connsiteY100" fmla="*/ 127670 h 129623"/>
              <a:gd name="connsiteX101" fmla="*/ 741117 w 758937"/>
              <a:gd name="connsiteY101" fmla="*/ 75674 h 129623"/>
              <a:gd name="connsiteX102" fmla="*/ 736723 w 758937"/>
              <a:gd name="connsiteY102" fmla="*/ 56878 h 129623"/>
              <a:gd name="connsiteX103" fmla="*/ 722321 w 758937"/>
              <a:gd name="connsiteY103" fmla="*/ 50531 h 129623"/>
              <a:gd name="connsiteX104" fmla="*/ 714265 w 758937"/>
              <a:gd name="connsiteY104" fmla="*/ 51995 h 129623"/>
              <a:gd name="connsiteX105" fmla="*/ 708162 w 758937"/>
              <a:gd name="connsiteY105" fmla="*/ 56878 h 129623"/>
              <a:gd name="connsiteX106" fmla="*/ 704501 w 758937"/>
              <a:gd name="connsiteY106" fmla="*/ 64445 h 129623"/>
              <a:gd name="connsiteX107" fmla="*/ 703280 w 758937"/>
              <a:gd name="connsiteY107" fmla="*/ 73965 h 129623"/>
              <a:gd name="connsiteX108" fmla="*/ 703280 w 758937"/>
              <a:gd name="connsiteY108" fmla="*/ 127670 h 129623"/>
              <a:gd name="connsiteX109" fmla="*/ 685216 w 758937"/>
              <a:gd name="connsiteY109" fmla="*/ 127670 h 129623"/>
              <a:gd name="connsiteX110" fmla="*/ 685216 w 758937"/>
              <a:gd name="connsiteY110" fmla="*/ 35884 h 129623"/>
              <a:gd name="connsiteX111" fmla="*/ 703280 w 758937"/>
              <a:gd name="connsiteY111" fmla="*/ 35884 h 129623"/>
              <a:gd name="connsiteX112" fmla="*/ 703280 w 758937"/>
              <a:gd name="connsiteY112" fmla="*/ 44672 h 129623"/>
              <a:gd name="connsiteX113" fmla="*/ 707430 w 758937"/>
              <a:gd name="connsiteY113" fmla="*/ 40278 h 129623"/>
              <a:gd name="connsiteX114" fmla="*/ 712800 w 758937"/>
              <a:gd name="connsiteY114" fmla="*/ 36861 h 129623"/>
              <a:gd name="connsiteX115" fmla="*/ 719147 w 758937"/>
              <a:gd name="connsiteY115" fmla="*/ 34664 h 129623"/>
              <a:gd name="connsiteX116" fmla="*/ 726226 w 758937"/>
              <a:gd name="connsiteY116" fmla="*/ 33931 h 129623"/>
              <a:gd name="connsiteX117" fmla="*/ 543876 w 758937"/>
              <a:gd name="connsiteY117" fmla="*/ 33931 h 129623"/>
              <a:gd name="connsiteX118" fmla="*/ 558279 w 758937"/>
              <a:gd name="connsiteY118" fmla="*/ 36617 h 129623"/>
              <a:gd name="connsiteX119" fmla="*/ 568531 w 758937"/>
              <a:gd name="connsiteY119" fmla="*/ 44428 h 129623"/>
              <a:gd name="connsiteX120" fmla="*/ 574634 w 758937"/>
              <a:gd name="connsiteY120" fmla="*/ 57122 h 129623"/>
              <a:gd name="connsiteX121" fmla="*/ 576587 w 758937"/>
              <a:gd name="connsiteY121" fmla="*/ 75186 h 129623"/>
              <a:gd name="connsiteX122" fmla="*/ 576587 w 758937"/>
              <a:gd name="connsiteY122" fmla="*/ 127670 h 129623"/>
              <a:gd name="connsiteX123" fmla="*/ 558767 w 758937"/>
              <a:gd name="connsiteY123" fmla="*/ 127670 h 129623"/>
              <a:gd name="connsiteX124" fmla="*/ 558767 w 758937"/>
              <a:gd name="connsiteY124" fmla="*/ 75674 h 129623"/>
              <a:gd name="connsiteX125" fmla="*/ 554373 w 758937"/>
              <a:gd name="connsiteY125" fmla="*/ 56878 h 129623"/>
              <a:gd name="connsiteX126" fmla="*/ 539971 w 758937"/>
              <a:gd name="connsiteY126" fmla="*/ 50531 h 129623"/>
              <a:gd name="connsiteX127" fmla="*/ 531915 w 758937"/>
              <a:gd name="connsiteY127" fmla="*/ 51995 h 129623"/>
              <a:gd name="connsiteX128" fmla="*/ 525812 w 758937"/>
              <a:gd name="connsiteY128" fmla="*/ 56878 h 129623"/>
              <a:gd name="connsiteX129" fmla="*/ 522151 w 758937"/>
              <a:gd name="connsiteY129" fmla="*/ 64445 h 129623"/>
              <a:gd name="connsiteX130" fmla="*/ 520930 w 758937"/>
              <a:gd name="connsiteY130" fmla="*/ 73965 h 129623"/>
              <a:gd name="connsiteX131" fmla="*/ 520930 w 758937"/>
              <a:gd name="connsiteY131" fmla="*/ 127670 h 129623"/>
              <a:gd name="connsiteX132" fmla="*/ 502866 w 758937"/>
              <a:gd name="connsiteY132" fmla="*/ 127670 h 129623"/>
              <a:gd name="connsiteX133" fmla="*/ 502866 w 758937"/>
              <a:gd name="connsiteY133" fmla="*/ 35884 h 129623"/>
              <a:gd name="connsiteX134" fmla="*/ 520930 w 758937"/>
              <a:gd name="connsiteY134" fmla="*/ 35884 h 129623"/>
              <a:gd name="connsiteX135" fmla="*/ 520930 w 758937"/>
              <a:gd name="connsiteY135" fmla="*/ 44672 h 129623"/>
              <a:gd name="connsiteX136" fmla="*/ 525080 w 758937"/>
              <a:gd name="connsiteY136" fmla="*/ 40278 h 129623"/>
              <a:gd name="connsiteX137" fmla="*/ 530450 w 758937"/>
              <a:gd name="connsiteY137" fmla="*/ 36861 h 129623"/>
              <a:gd name="connsiteX138" fmla="*/ 536797 w 758937"/>
              <a:gd name="connsiteY138" fmla="*/ 34664 h 129623"/>
              <a:gd name="connsiteX139" fmla="*/ 543876 w 758937"/>
              <a:gd name="connsiteY139" fmla="*/ 33931 h 129623"/>
              <a:gd name="connsiteX140" fmla="*/ 630779 w 758937"/>
              <a:gd name="connsiteY140" fmla="*/ 33687 h 129623"/>
              <a:gd name="connsiteX141" fmla="*/ 647135 w 758937"/>
              <a:gd name="connsiteY141" fmla="*/ 37105 h 129623"/>
              <a:gd name="connsiteX142" fmla="*/ 660073 w 758937"/>
              <a:gd name="connsiteY142" fmla="*/ 46625 h 129623"/>
              <a:gd name="connsiteX143" fmla="*/ 668617 w 758937"/>
              <a:gd name="connsiteY143" fmla="*/ 61516 h 129623"/>
              <a:gd name="connsiteX144" fmla="*/ 672034 w 758937"/>
              <a:gd name="connsiteY144" fmla="*/ 81289 h 129623"/>
              <a:gd name="connsiteX145" fmla="*/ 668861 w 758937"/>
              <a:gd name="connsiteY145" fmla="*/ 101794 h 129623"/>
              <a:gd name="connsiteX146" fmla="*/ 660073 w 758937"/>
              <a:gd name="connsiteY146" fmla="*/ 116929 h 129623"/>
              <a:gd name="connsiteX147" fmla="*/ 646891 w 758937"/>
              <a:gd name="connsiteY147" fmla="*/ 126449 h 129623"/>
              <a:gd name="connsiteX148" fmla="*/ 630535 w 758937"/>
              <a:gd name="connsiteY148" fmla="*/ 129623 h 129623"/>
              <a:gd name="connsiteX149" fmla="*/ 614424 w 758937"/>
              <a:gd name="connsiteY149" fmla="*/ 126205 h 129623"/>
              <a:gd name="connsiteX150" fmla="*/ 601730 w 758937"/>
              <a:gd name="connsiteY150" fmla="*/ 116441 h 129623"/>
              <a:gd name="connsiteX151" fmla="*/ 593186 w 758937"/>
              <a:gd name="connsiteY151" fmla="*/ 101306 h 129623"/>
              <a:gd name="connsiteX152" fmla="*/ 590013 w 758937"/>
              <a:gd name="connsiteY152" fmla="*/ 81777 h 129623"/>
              <a:gd name="connsiteX153" fmla="*/ 593186 w 758937"/>
              <a:gd name="connsiteY153" fmla="*/ 61516 h 129623"/>
              <a:gd name="connsiteX154" fmla="*/ 601730 w 758937"/>
              <a:gd name="connsiteY154" fmla="*/ 46381 h 129623"/>
              <a:gd name="connsiteX155" fmla="*/ 614668 w 758937"/>
              <a:gd name="connsiteY155" fmla="*/ 36861 h 129623"/>
              <a:gd name="connsiteX156" fmla="*/ 630779 w 758937"/>
              <a:gd name="connsiteY156" fmla="*/ 33687 h 129623"/>
              <a:gd name="connsiteX157" fmla="*/ 450871 w 758937"/>
              <a:gd name="connsiteY157" fmla="*/ 33687 h 129623"/>
              <a:gd name="connsiteX158" fmla="*/ 467959 w 758937"/>
              <a:gd name="connsiteY158" fmla="*/ 37349 h 129623"/>
              <a:gd name="connsiteX159" fmla="*/ 479920 w 758937"/>
              <a:gd name="connsiteY159" fmla="*/ 47357 h 129623"/>
              <a:gd name="connsiteX160" fmla="*/ 486999 w 758937"/>
              <a:gd name="connsiteY160" fmla="*/ 62004 h 129623"/>
              <a:gd name="connsiteX161" fmla="*/ 489684 w 758937"/>
              <a:gd name="connsiteY161" fmla="*/ 79824 h 129623"/>
              <a:gd name="connsiteX162" fmla="*/ 489440 w 758937"/>
              <a:gd name="connsiteY162" fmla="*/ 84462 h 129623"/>
              <a:gd name="connsiteX163" fmla="*/ 489196 w 758937"/>
              <a:gd name="connsiteY163" fmla="*/ 88124 h 129623"/>
              <a:gd name="connsiteX164" fmla="*/ 428413 w 758937"/>
              <a:gd name="connsiteY164" fmla="*/ 88124 h 129623"/>
              <a:gd name="connsiteX165" fmla="*/ 431342 w 758937"/>
              <a:gd name="connsiteY165" fmla="*/ 99597 h 129623"/>
              <a:gd name="connsiteX166" fmla="*/ 436469 w 758937"/>
              <a:gd name="connsiteY166" fmla="*/ 107408 h 129623"/>
              <a:gd name="connsiteX167" fmla="*/ 443548 w 758937"/>
              <a:gd name="connsiteY167" fmla="*/ 112047 h 129623"/>
              <a:gd name="connsiteX168" fmla="*/ 451603 w 758937"/>
              <a:gd name="connsiteY168" fmla="*/ 113511 h 129623"/>
              <a:gd name="connsiteX169" fmla="*/ 457218 w 758937"/>
              <a:gd name="connsiteY169" fmla="*/ 113023 h 129623"/>
              <a:gd name="connsiteX170" fmla="*/ 462344 w 758937"/>
              <a:gd name="connsiteY170" fmla="*/ 111558 h 129623"/>
              <a:gd name="connsiteX171" fmla="*/ 466738 w 758937"/>
              <a:gd name="connsiteY171" fmla="*/ 109361 h 129623"/>
              <a:gd name="connsiteX172" fmla="*/ 471620 w 758937"/>
              <a:gd name="connsiteY172" fmla="*/ 106188 h 129623"/>
              <a:gd name="connsiteX173" fmla="*/ 482361 w 758937"/>
              <a:gd name="connsiteY173" fmla="*/ 117661 h 129623"/>
              <a:gd name="connsiteX174" fmla="*/ 475770 w 758937"/>
              <a:gd name="connsiteY174" fmla="*/ 122787 h 129623"/>
              <a:gd name="connsiteX175" fmla="*/ 468935 w 758937"/>
              <a:gd name="connsiteY175" fmla="*/ 126449 h 129623"/>
              <a:gd name="connsiteX176" fmla="*/ 460635 w 758937"/>
              <a:gd name="connsiteY176" fmla="*/ 128890 h 129623"/>
              <a:gd name="connsiteX177" fmla="*/ 450383 w 758937"/>
              <a:gd name="connsiteY177" fmla="*/ 129623 h 129623"/>
              <a:gd name="connsiteX178" fmla="*/ 439154 w 758937"/>
              <a:gd name="connsiteY178" fmla="*/ 127914 h 129623"/>
              <a:gd name="connsiteX179" fmla="*/ 429877 w 758937"/>
              <a:gd name="connsiteY179" fmla="*/ 123520 h 129623"/>
              <a:gd name="connsiteX180" fmla="*/ 422554 w 758937"/>
              <a:gd name="connsiteY180" fmla="*/ 117417 h 129623"/>
              <a:gd name="connsiteX181" fmla="*/ 416452 w 758937"/>
              <a:gd name="connsiteY181" fmla="*/ 108629 h 129623"/>
              <a:gd name="connsiteX182" fmla="*/ 412058 w 758937"/>
              <a:gd name="connsiteY182" fmla="*/ 96424 h 129623"/>
              <a:gd name="connsiteX183" fmla="*/ 410593 w 758937"/>
              <a:gd name="connsiteY183" fmla="*/ 81777 h 129623"/>
              <a:gd name="connsiteX184" fmla="*/ 413522 w 758937"/>
              <a:gd name="connsiteY184" fmla="*/ 61272 h 129623"/>
              <a:gd name="connsiteX185" fmla="*/ 421822 w 758937"/>
              <a:gd name="connsiteY185" fmla="*/ 46137 h 129623"/>
              <a:gd name="connsiteX186" fmla="*/ 434516 w 758937"/>
              <a:gd name="connsiteY186" fmla="*/ 36861 h 129623"/>
              <a:gd name="connsiteX187" fmla="*/ 450871 w 758937"/>
              <a:gd name="connsiteY187" fmla="*/ 33687 h 129623"/>
              <a:gd name="connsiteX188" fmla="*/ 18064 w 758937"/>
              <a:gd name="connsiteY188" fmla="*/ 22213 h 129623"/>
              <a:gd name="connsiteX189" fmla="*/ 18064 w 758937"/>
              <a:gd name="connsiteY189" fmla="*/ 64445 h 129623"/>
              <a:gd name="connsiteX190" fmla="*/ 51019 w 758937"/>
              <a:gd name="connsiteY190" fmla="*/ 64445 h 129623"/>
              <a:gd name="connsiteX191" fmla="*/ 66886 w 758937"/>
              <a:gd name="connsiteY191" fmla="*/ 58830 h 129623"/>
              <a:gd name="connsiteX192" fmla="*/ 71769 w 758937"/>
              <a:gd name="connsiteY192" fmla="*/ 43451 h 129623"/>
              <a:gd name="connsiteX193" fmla="*/ 70304 w 758937"/>
              <a:gd name="connsiteY193" fmla="*/ 34419 h 129623"/>
              <a:gd name="connsiteX194" fmla="*/ 66154 w 758937"/>
              <a:gd name="connsiteY194" fmla="*/ 27828 h 129623"/>
              <a:gd name="connsiteX195" fmla="*/ 59563 w 758937"/>
              <a:gd name="connsiteY195" fmla="*/ 23678 h 129623"/>
              <a:gd name="connsiteX196" fmla="*/ 51019 w 758937"/>
              <a:gd name="connsiteY196" fmla="*/ 22213 h 129623"/>
              <a:gd name="connsiteX197" fmla="*/ 0 w 758937"/>
              <a:gd name="connsiteY197" fmla="*/ 5126 h 129623"/>
              <a:gd name="connsiteX198" fmla="*/ 51263 w 758937"/>
              <a:gd name="connsiteY198" fmla="*/ 5126 h 129623"/>
              <a:gd name="connsiteX199" fmla="*/ 66886 w 758937"/>
              <a:gd name="connsiteY199" fmla="*/ 7567 h 129623"/>
              <a:gd name="connsiteX200" fmla="*/ 79336 w 758937"/>
              <a:gd name="connsiteY200" fmla="*/ 14890 h 129623"/>
              <a:gd name="connsiteX201" fmla="*/ 87636 w 758937"/>
              <a:gd name="connsiteY201" fmla="*/ 26852 h 129623"/>
              <a:gd name="connsiteX202" fmla="*/ 90321 w 758937"/>
              <a:gd name="connsiteY202" fmla="*/ 43451 h 129623"/>
              <a:gd name="connsiteX203" fmla="*/ 87392 w 758937"/>
              <a:gd name="connsiteY203" fmla="*/ 60051 h 129623"/>
              <a:gd name="connsiteX204" fmla="*/ 79092 w 758937"/>
              <a:gd name="connsiteY204" fmla="*/ 72012 h 129623"/>
              <a:gd name="connsiteX205" fmla="*/ 66398 w 758937"/>
              <a:gd name="connsiteY205" fmla="*/ 79336 h 129623"/>
              <a:gd name="connsiteX206" fmla="*/ 50043 w 758937"/>
              <a:gd name="connsiteY206" fmla="*/ 81777 h 129623"/>
              <a:gd name="connsiteX207" fmla="*/ 18064 w 758937"/>
              <a:gd name="connsiteY207" fmla="*/ 81777 h 129623"/>
              <a:gd name="connsiteX208" fmla="*/ 18064 w 758937"/>
              <a:gd name="connsiteY208" fmla="*/ 127426 h 129623"/>
              <a:gd name="connsiteX209" fmla="*/ 0 w 758937"/>
              <a:gd name="connsiteY209" fmla="*/ 127426 h 129623"/>
              <a:gd name="connsiteX210" fmla="*/ 284388 w 758937"/>
              <a:gd name="connsiteY210" fmla="*/ 244 h 129623"/>
              <a:gd name="connsiteX211" fmla="*/ 284388 w 758937"/>
              <a:gd name="connsiteY211" fmla="*/ 35884 h 129623"/>
              <a:gd name="connsiteX212" fmla="*/ 307090 w 758937"/>
              <a:gd name="connsiteY212" fmla="*/ 35884 h 129623"/>
              <a:gd name="connsiteX213" fmla="*/ 307090 w 758937"/>
              <a:gd name="connsiteY213" fmla="*/ 52240 h 129623"/>
              <a:gd name="connsiteX214" fmla="*/ 284388 w 758937"/>
              <a:gd name="connsiteY214" fmla="*/ 52240 h 129623"/>
              <a:gd name="connsiteX215" fmla="*/ 284388 w 758937"/>
              <a:gd name="connsiteY215" fmla="*/ 102038 h 129623"/>
              <a:gd name="connsiteX216" fmla="*/ 284876 w 758937"/>
              <a:gd name="connsiteY216" fmla="*/ 107408 h 129623"/>
              <a:gd name="connsiteX217" fmla="*/ 286585 w 758937"/>
              <a:gd name="connsiteY217" fmla="*/ 110826 h 129623"/>
              <a:gd name="connsiteX218" fmla="*/ 289514 w 758937"/>
              <a:gd name="connsiteY218" fmla="*/ 112535 h 129623"/>
              <a:gd name="connsiteX219" fmla="*/ 293664 w 758937"/>
              <a:gd name="connsiteY219" fmla="*/ 113023 h 129623"/>
              <a:gd name="connsiteX220" fmla="*/ 300743 w 758937"/>
              <a:gd name="connsiteY220" fmla="*/ 111802 h 129623"/>
              <a:gd name="connsiteX221" fmla="*/ 306846 w 758937"/>
              <a:gd name="connsiteY221" fmla="*/ 109361 h 129623"/>
              <a:gd name="connsiteX222" fmla="*/ 304893 w 758937"/>
              <a:gd name="connsiteY222" fmla="*/ 125228 h 129623"/>
              <a:gd name="connsiteX223" fmla="*/ 297082 w 758937"/>
              <a:gd name="connsiteY223" fmla="*/ 128402 h 129623"/>
              <a:gd name="connsiteX224" fmla="*/ 287317 w 758937"/>
              <a:gd name="connsiteY224" fmla="*/ 129622 h 129623"/>
              <a:gd name="connsiteX225" fmla="*/ 279017 w 758937"/>
              <a:gd name="connsiteY225" fmla="*/ 128402 h 129623"/>
              <a:gd name="connsiteX226" fmla="*/ 272671 w 758937"/>
              <a:gd name="connsiteY226" fmla="*/ 124252 h 129623"/>
              <a:gd name="connsiteX227" fmla="*/ 268277 w 758937"/>
              <a:gd name="connsiteY227" fmla="*/ 116684 h 129623"/>
              <a:gd name="connsiteX228" fmla="*/ 266812 w 758937"/>
              <a:gd name="connsiteY228" fmla="*/ 105456 h 129623"/>
              <a:gd name="connsiteX229" fmla="*/ 266812 w 758937"/>
              <a:gd name="connsiteY229" fmla="*/ 52240 h 129623"/>
              <a:gd name="connsiteX230" fmla="*/ 253630 w 758937"/>
              <a:gd name="connsiteY230" fmla="*/ 52240 h 129623"/>
              <a:gd name="connsiteX231" fmla="*/ 253630 w 758937"/>
              <a:gd name="connsiteY231" fmla="*/ 35884 h 129623"/>
              <a:gd name="connsiteX232" fmla="*/ 266812 w 758937"/>
              <a:gd name="connsiteY232" fmla="*/ 35884 h 129623"/>
              <a:gd name="connsiteX233" fmla="*/ 266812 w 758937"/>
              <a:gd name="connsiteY233" fmla="*/ 9764 h 129623"/>
              <a:gd name="connsiteX234" fmla="*/ 341265 w 758937"/>
              <a:gd name="connsiteY234" fmla="*/ 0 h 129623"/>
              <a:gd name="connsiteX235" fmla="*/ 341265 w 758937"/>
              <a:gd name="connsiteY235" fmla="*/ 44428 h 129623"/>
              <a:gd name="connsiteX236" fmla="*/ 345415 w 758937"/>
              <a:gd name="connsiteY236" fmla="*/ 40034 h 129623"/>
              <a:gd name="connsiteX237" fmla="*/ 350785 w 758937"/>
              <a:gd name="connsiteY237" fmla="*/ 36617 h 129623"/>
              <a:gd name="connsiteX238" fmla="*/ 357132 w 758937"/>
              <a:gd name="connsiteY238" fmla="*/ 34420 h 129623"/>
              <a:gd name="connsiteX239" fmla="*/ 364211 w 758937"/>
              <a:gd name="connsiteY239" fmla="*/ 33687 h 129623"/>
              <a:gd name="connsiteX240" fmla="*/ 378614 w 758937"/>
              <a:gd name="connsiteY240" fmla="*/ 36372 h 129623"/>
              <a:gd name="connsiteX241" fmla="*/ 388866 w 758937"/>
              <a:gd name="connsiteY241" fmla="*/ 44184 h 129623"/>
              <a:gd name="connsiteX242" fmla="*/ 394969 w 758937"/>
              <a:gd name="connsiteY242" fmla="*/ 57366 h 129623"/>
              <a:gd name="connsiteX243" fmla="*/ 396922 w 758937"/>
              <a:gd name="connsiteY243" fmla="*/ 74942 h 129623"/>
              <a:gd name="connsiteX244" fmla="*/ 396922 w 758937"/>
              <a:gd name="connsiteY244" fmla="*/ 127425 h 129623"/>
              <a:gd name="connsiteX245" fmla="*/ 379346 w 758937"/>
              <a:gd name="connsiteY245" fmla="*/ 127425 h 129623"/>
              <a:gd name="connsiteX246" fmla="*/ 379346 w 758937"/>
              <a:gd name="connsiteY246" fmla="*/ 75674 h 129623"/>
              <a:gd name="connsiteX247" fmla="*/ 374708 w 758937"/>
              <a:gd name="connsiteY247" fmla="*/ 56634 h 129623"/>
              <a:gd name="connsiteX248" fmla="*/ 360306 w 758937"/>
              <a:gd name="connsiteY248" fmla="*/ 50287 h 129623"/>
              <a:gd name="connsiteX249" fmla="*/ 352494 w 758937"/>
              <a:gd name="connsiteY249" fmla="*/ 51751 h 129623"/>
              <a:gd name="connsiteX250" fmla="*/ 346392 w 758937"/>
              <a:gd name="connsiteY250" fmla="*/ 56389 h 129623"/>
              <a:gd name="connsiteX251" fmla="*/ 342486 w 758937"/>
              <a:gd name="connsiteY251" fmla="*/ 63713 h 129623"/>
              <a:gd name="connsiteX252" fmla="*/ 341265 w 758937"/>
              <a:gd name="connsiteY252" fmla="*/ 73721 h 129623"/>
              <a:gd name="connsiteX253" fmla="*/ 341265 w 758937"/>
              <a:gd name="connsiteY253" fmla="*/ 127425 h 129623"/>
              <a:gd name="connsiteX254" fmla="*/ 323201 w 758937"/>
              <a:gd name="connsiteY254" fmla="*/ 127425 h 129623"/>
              <a:gd name="connsiteX255" fmla="*/ 323201 w 758937"/>
              <a:gd name="connsiteY255" fmla="*/ 9520 h 129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758937" h="129623">
                <a:moveTo>
                  <a:pt x="132308" y="84218"/>
                </a:moveTo>
                <a:cubicBezTo>
                  <a:pt x="126449" y="84218"/>
                  <a:pt x="121811" y="85438"/>
                  <a:pt x="118637" y="87880"/>
                </a:cubicBezTo>
                <a:cubicBezTo>
                  <a:pt x="115220" y="90321"/>
                  <a:pt x="113511" y="93738"/>
                  <a:pt x="113511" y="97888"/>
                </a:cubicBezTo>
                <a:cubicBezTo>
                  <a:pt x="113511" y="100573"/>
                  <a:pt x="113999" y="103014"/>
                  <a:pt x="114976" y="104723"/>
                </a:cubicBezTo>
                <a:cubicBezTo>
                  <a:pt x="115952" y="106676"/>
                  <a:pt x="117173" y="108141"/>
                  <a:pt x="118637" y="109361"/>
                </a:cubicBezTo>
                <a:cubicBezTo>
                  <a:pt x="120102" y="110582"/>
                  <a:pt x="121811" y="111558"/>
                  <a:pt x="123764" y="112046"/>
                </a:cubicBezTo>
                <a:cubicBezTo>
                  <a:pt x="125717" y="112535"/>
                  <a:pt x="128158" y="113023"/>
                  <a:pt x="131087" y="113023"/>
                </a:cubicBezTo>
                <a:cubicBezTo>
                  <a:pt x="133528" y="113023"/>
                  <a:pt x="135725" y="112779"/>
                  <a:pt x="137922" y="112046"/>
                </a:cubicBezTo>
                <a:cubicBezTo>
                  <a:pt x="140119" y="111314"/>
                  <a:pt x="142316" y="110582"/>
                  <a:pt x="144269" y="109361"/>
                </a:cubicBezTo>
                <a:cubicBezTo>
                  <a:pt x="146222" y="108141"/>
                  <a:pt x="147931" y="106920"/>
                  <a:pt x="149395" y="105699"/>
                </a:cubicBezTo>
                <a:cubicBezTo>
                  <a:pt x="150860" y="104235"/>
                  <a:pt x="152325" y="103014"/>
                  <a:pt x="153301" y="101550"/>
                </a:cubicBezTo>
                <a:lnTo>
                  <a:pt x="153301" y="88368"/>
                </a:lnTo>
                <a:cubicBezTo>
                  <a:pt x="151592" y="87635"/>
                  <a:pt x="150128" y="86903"/>
                  <a:pt x="148663" y="86415"/>
                </a:cubicBezTo>
                <a:cubicBezTo>
                  <a:pt x="147198" y="85927"/>
                  <a:pt x="145978" y="85682"/>
                  <a:pt x="144513" y="85194"/>
                </a:cubicBezTo>
                <a:cubicBezTo>
                  <a:pt x="143049" y="84950"/>
                  <a:pt x="141340" y="84706"/>
                  <a:pt x="139143" y="84462"/>
                </a:cubicBezTo>
                <a:cubicBezTo>
                  <a:pt x="136946" y="84218"/>
                  <a:pt x="134749" y="84218"/>
                  <a:pt x="132308" y="84218"/>
                </a:cubicBezTo>
                <a:close/>
                <a:moveTo>
                  <a:pt x="630291" y="51019"/>
                </a:moveTo>
                <a:cubicBezTo>
                  <a:pt x="626874" y="51019"/>
                  <a:pt x="623700" y="51751"/>
                  <a:pt x="621015" y="53216"/>
                </a:cubicBezTo>
                <a:cubicBezTo>
                  <a:pt x="618330" y="54681"/>
                  <a:pt x="615889" y="56634"/>
                  <a:pt x="614180" y="59319"/>
                </a:cubicBezTo>
                <a:cubicBezTo>
                  <a:pt x="612227" y="62004"/>
                  <a:pt x="610763" y="65178"/>
                  <a:pt x="609786" y="68839"/>
                </a:cubicBezTo>
                <a:cubicBezTo>
                  <a:pt x="608809" y="72501"/>
                  <a:pt x="608321" y="76651"/>
                  <a:pt x="608321" y="81289"/>
                </a:cubicBezTo>
                <a:cubicBezTo>
                  <a:pt x="608321" y="86415"/>
                  <a:pt x="608809" y="90809"/>
                  <a:pt x="610030" y="94715"/>
                </a:cubicBezTo>
                <a:cubicBezTo>
                  <a:pt x="611251" y="98620"/>
                  <a:pt x="612715" y="101794"/>
                  <a:pt x="614668" y="104479"/>
                </a:cubicBezTo>
                <a:cubicBezTo>
                  <a:pt x="616621" y="107164"/>
                  <a:pt x="619062" y="109117"/>
                  <a:pt x="621991" y="110338"/>
                </a:cubicBezTo>
                <a:cubicBezTo>
                  <a:pt x="624921" y="111802"/>
                  <a:pt x="627850" y="112291"/>
                  <a:pt x="631268" y="112291"/>
                </a:cubicBezTo>
                <a:cubicBezTo>
                  <a:pt x="634685" y="112291"/>
                  <a:pt x="637859" y="111558"/>
                  <a:pt x="640544" y="109849"/>
                </a:cubicBezTo>
                <a:cubicBezTo>
                  <a:pt x="643229" y="108141"/>
                  <a:pt x="645670" y="105944"/>
                  <a:pt x="647623" y="103259"/>
                </a:cubicBezTo>
                <a:cubicBezTo>
                  <a:pt x="649576" y="100573"/>
                  <a:pt x="651041" y="97156"/>
                  <a:pt x="652261" y="93494"/>
                </a:cubicBezTo>
                <a:cubicBezTo>
                  <a:pt x="653238" y="90077"/>
                  <a:pt x="653726" y="85927"/>
                  <a:pt x="653726" y="81777"/>
                </a:cubicBezTo>
                <a:cubicBezTo>
                  <a:pt x="653726" y="77139"/>
                  <a:pt x="653238" y="72989"/>
                  <a:pt x="652017" y="69083"/>
                </a:cubicBezTo>
                <a:cubicBezTo>
                  <a:pt x="651041" y="65422"/>
                  <a:pt x="649332" y="62004"/>
                  <a:pt x="647379" y="59319"/>
                </a:cubicBezTo>
                <a:cubicBezTo>
                  <a:pt x="645426" y="56634"/>
                  <a:pt x="642985" y="54681"/>
                  <a:pt x="640056" y="53216"/>
                </a:cubicBezTo>
                <a:cubicBezTo>
                  <a:pt x="637126" y="51751"/>
                  <a:pt x="633953" y="51019"/>
                  <a:pt x="630291" y="51019"/>
                </a:cubicBezTo>
                <a:close/>
                <a:moveTo>
                  <a:pt x="449650" y="50287"/>
                </a:moveTo>
                <a:cubicBezTo>
                  <a:pt x="446477" y="50287"/>
                  <a:pt x="443792" y="50775"/>
                  <a:pt x="441351" y="51751"/>
                </a:cubicBezTo>
                <a:cubicBezTo>
                  <a:pt x="438910" y="52728"/>
                  <a:pt x="436957" y="54192"/>
                  <a:pt x="435248" y="56145"/>
                </a:cubicBezTo>
                <a:cubicBezTo>
                  <a:pt x="433539" y="58098"/>
                  <a:pt x="432075" y="60539"/>
                  <a:pt x="431098" y="63225"/>
                </a:cubicBezTo>
                <a:cubicBezTo>
                  <a:pt x="429877" y="66154"/>
                  <a:pt x="429145" y="69327"/>
                  <a:pt x="428901" y="72989"/>
                </a:cubicBezTo>
                <a:lnTo>
                  <a:pt x="471329" y="72989"/>
                </a:lnTo>
                <a:lnTo>
                  <a:pt x="471376" y="73233"/>
                </a:lnTo>
                <a:lnTo>
                  <a:pt x="471376" y="72989"/>
                </a:lnTo>
                <a:lnTo>
                  <a:pt x="471329" y="72989"/>
                </a:lnTo>
                <a:lnTo>
                  <a:pt x="469667" y="64445"/>
                </a:lnTo>
                <a:cubicBezTo>
                  <a:pt x="468691" y="61760"/>
                  <a:pt x="467470" y="59319"/>
                  <a:pt x="465762" y="57122"/>
                </a:cubicBezTo>
                <a:cubicBezTo>
                  <a:pt x="464053" y="54925"/>
                  <a:pt x="461856" y="53460"/>
                  <a:pt x="459171" y="52240"/>
                </a:cubicBezTo>
                <a:cubicBezTo>
                  <a:pt x="456485" y="51019"/>
                  <a:pt x="453312" y="50287"/>
                  <a:pt x="449650" y="50287"/>
                </a:cubicBezTo>
                <a:close/>
                <a:moveTo>
                  <a:pt x="227510" y="34419"/>
                </a:moveTo>
                <a:cubicBezTo>
                  <a:pt x="231172" y="34419"/>
                  <a:pt x="234345" y="34663"/>
                  <a:pt x="236786" y="35396"/>
                </a:cubicBezTo>
                <a:cubicBezTo>
                  <a:pt x="239228" y="36128"/>
                  <a:pt x="241424" y="37105"/>
                  <a:pt x="243133" y="38325"/>
                </a:cubicBezTo>
                <a:lnTo>
                  <a:pt x="238251" y="54924"/>
                </a:lnTo>
                <a:cubicBezTo>
                  <a:pt x="236298" y="53948"/>
                  <a:pt x="234345" y="52972"/>
                  <a:pt x="232148" y="52483"/>
                </a:cubicBezTo>
                <a:cubicBezTo>
                  <a:pt x="229951" y="51995"/>
                  <a:pt x="227510" y="51751"/>
                  <a:pt x="224581" y="51751"/>
                </a:cubicBezTo>
                <a:cubicBezTo>
                  <a:pt x="218722" y="51751"/>
                  <a:pt x="214328" y="53704"/>
                  <a:pt x="211155" y="57610"/>
                </a:cubicBezTo>
                <a:cubicBezTo>
                  <a:pt x="207982" y="61516"/>
                  <a:pt x="206517" y="67374"/>
                  <a:pt x="206517" y="75430"/>
                </a:cubicBezTo>
                <a:lnTo>
                  <a:pt x="206517" y="127914"/>
                </a:lnTo>
                <a:lnTo>
                  <a:pt x="188453" y="127914"/>
                </a:lnTo>
                <a:lnTo>
                  <a:pt x="188453" y="36128"/>
                </a:lnTo>
                <a:lnTo>
                  <a:pt x="206517" y="36128"/>
                </a:lnTo>
                <a:lnTo>
                  <a:pt x="206517" y="44916"/>
                </a:lnTo>
                <a:cubicBezTo>
                  <a:pt x="207493" y="43451"/>
                  <a:pt x="208714" y="41987"/>
                  <a:pt x="210179" y="40766"/>
                </a:cubicBezTo>
                <a:cubicBezTo>
                  <a:pt x="211643" y="39546"/>
                  <a:pt x="213352" y="38325"/>
                  <a:pt x="215061" y="37349"/>
                </a:cubicBezTo>
                <a:cubicBezTo>
                  <a:pt x="216770" y="36372"/>
                  <a:pt x="218722" y="35640"/>
                  <a:pt x="220919" y="35152"/>
                </a:cubicBezTo>
                <a:cubicBezTo>
                  <a:pt x="222872" y="34663"/>
                  <a:pt x="225069" y="34419"/>
                  <a:pt x="227510" y="34419"/>
                </a:cubicBezTo>
                <a:close/>
                <a:moveTo>
                  <a:pt x="136213" y="34175"/>
                </a:moveTo>
                <a:cubicBezTo>
                  <a:pt x="141340" y="34175"/>
                  <a:pt x="145978" y="34907"/>
                  <a:pt x="150372" y="36128"/>
                </a:cubicBezTo>
                <a:cubicBezTo>
                  <a:pt x="154522" y="37349"/>
                  <a:pt x="158183" y="39301"/>
                  <a:pt x="161357" y="41743"/>
                </a:cubicBezTo>
                <a:cubicBezTo>
                  <a:pt x="164286" y="44184"/>
                  <a:pt x="166727" y="47601"/>
                  <a:pt x="168436" y="51507"/>
                </a:cubicBezTo>
                <a:cubicBezTo>
                  <a:pt x="170145" y="55413"/>
                  <a:pt x="170877" y="59807"/>
                  <a:pt x="170877" y="65177"/>
                </a:cubicBezTo>
                <a:lnTo>
                  <a:pt x="170877" y="128158"/>
                </a:lnTo>
                <a:lnTo>
                  <a:pt x="153301" y="128158"/>
                </a:lnTo>
                <a:lnTo>
                  <a:pt x="153301" y="127669"/>
                </a:lnTo>
                <a:lnTo>
                  <a:pt x="153301" y="118637"/>
                </a:lnTo>
                <a:cubicBezTo>
                  <a:pt x="150860" y="120835"/>
                  <a:pt x="149151" y="122299"/>
                  <a:pt x="147443" y="123276"/>
                </a:cubicBezTo>
                <a:cubicBezTo>
                  <a:pt x="145978" y="124252"/>
                  <a:pt x="144269" y="125228"/>
                  <a:pt x="142560" y="126205"/>
                </a:cubicBezTo>
                <a:cubicBezTo>
                  <a:pt x="140851" y="127181"/>
                  <a:pt x="138899" y="127914"/>
                  <a:pt x="136213" y="128646"/>
                </a:cubicBezTo>
                <a:cubicBezTo>
                  <a:pt x="133772" y="129378"/>
                  <a:pt x="130843" y="129622"/>
                  <a:pt x="127914" y="129622"/>
                </a:cubicBezTo>
                <a:cubicBezTo>
                  <a:pt x="124252" y="129622"/>
                  <a:pt x="120590" y="129134"/>
                  <a:pt x="116685" y="127914"/>
                </a:cubicBezTo>
                <a:cubicBezTo>
                  <a:pt x="112779" y="126693"/>
                  <a:pt x="109605" y="124984"/>
                  <a:pt x="106432" y="122543"/>
                </a:cubicBezTo>
                <a:cubicBezTo>
                  <a:pt x="103503" y="120102"/>
                  <a:pt x="100817" y="116929"/>
                  <a:pt x="98864" y="113023"/>
                </a:cubicBezTo>
                <a:cubicBezTo>
                  <a:pt x="96911" y="109117"/>
                  <a:pt x="95935" y="104235"/>
                  <a:pt x="95935" y="98620"/>
                </a:cubicBezTo>
                <a:cubicBezTo>
                  <a:pt x="95935" y="93494"/>
                  <a:pt x="96911" y="89100"/>
                  <a:pt x="98620" y="85438"/>
                </a:cubicBezTo>
                <a:cubicBezTo>
                  <a:pt x="100573" y="81777"/>
                  <a:pt x="103014" y="78603"/>
                  <a:pt x="106188" y="76162"/>
                </a:cubicBezTo>
                <a:cubicBezTo>
                  <a:pt x="109361" y="73721"/>
                  <a:pt x="113267" y="72012"/>
                  <a:pt x="117905" y="70792"/>
                </a:cubicBezTo>
                <a:cubicBezTo>
                  <a:pt x="122299" y="69571"/>
                  <a:pt x="127181" y="69083"/>
                  <a:pt x="132308" y="69083"/>
                </a:cubicBezTo>
                <a:cubicBezTo>
                  <a:pt x="137190" y="69083"/>
                  <a:pt x="141096" y="69327"/>
                  <a:pt x="144513" y="70059"/>
                </a:cubicBezTo>
                <a:cubicBezTo>
                  <a:pt x="147931" y="70792"/>
                  <a:pt x="150616" y="71524"/>
                  <a:pt x="152813" y="72500"/>
                </a:cubicBezTo>
                <a:lnTo>
                  <a:pt x="152813" y="65665"/>
                </a:lnTo>
                <a:cubicBezTo>
                  <a:pt x="152813" y="60539"/>
                  <a:pt x="151348" y="56877"/>
                  <a:pt x="148419" y="54192"/>
                </a:cubicBezTo>
                <a:cubicBezTo>
                  <a:pt x="145490" y="51507"/>
                  <a:pt x="141096" y="50287"/>
                  <a:pt x="135481" y="50287"/>
                </a:cubicBezTo>
                <a:cubicBezTo>
                  <a:pt x="130843" y="50287"/>
                  <a:pt x="126449" y="50775"/>
                  <a:pt x="122787" y="51751"/>
                </a:cubicBezTo>
                <a:cubicBezTo>
                  <a:pt x="118881" y="52728"/>
                  <a:pt x="115220" y="54192"/>
                  <a:pt x="111802" y="56145"/>
                </a:cubicBezTo>
                <a:lnTo>
                  <a:pt x="104723" y="42475"/>
                </a:lnTo>
                <a:cubicBezTo>
                  <a:pt x="109117" y="39790"/>
                  <a:pt x="113755" y="37593"/>
                  <a:pt x="118881" y="36372"/>
                </a:cubicBezTo>
                <a:cubicBezTo>
                  <a:pt x="124008" y="34907"/>
                  <a:pt x="129622" y="34175"/>
                  <a:pt x="136213" y="34175"/>
                </a:cubicBezTo>
                <a:close/>
                <a:moveTo>
                  <a:pt x="726226" y="33931"/>
                </a:moveTo>
                <a:cubicBezTo>
                  <a:pt x="731841" y="33931"/>
                  <a:pt x="736479" y="34908"/>
                  <a:pt x="740629" y="36617"/>
                </a:cubicBezTo>
                <a:cubicBezTo>
                  <a:pt x="744779" y="38325"/>
                  <a:pt x="748196" y="41010"/>
                  <a:pt x="750881" y="44428"/>
                </a:cubicBezTo>
                <a:cubicBezTo>
                  <a:pt x="753567" y="47845"/>
                  <a:pt x="755519" y="51995"/>
                  <a:pt x="756984" y="57122"/>
                </a:cubicBezTo>
                <a:cubicBezTo>
                  <a:pt x="758449" y="62248"/>
                  <a:pt x="758937" y="68351"/>
                  <a:pt x="758937" y="75186"/>
                </a:cubicBezTo>
                <a:lnTo>
                  <a:pt x="758937" y="127670"/>
                </a:lnTo>
                <a:lnTo>
                  <a:pt x="741117" y="127670"/>
                </a:lnTo>
                <a:lnTo>
                  <a:pt x="741117" y="75674"/>
                </a:lnTo>
                <a:cubicBezTo>
                  <a:pt x="741117" y="67374"/>
                  <a:pt x="739652" y="61028"/>
                  <a:pt x="736723" y="56878"/>
                </a:cubicBezTo>
                <a:cubicBezTo>
                  <a:pt x="733794" y="52728"/>
                  <a:pt x="728911" y="50531"/>
                  <a:pt x="722321" y="50531"/>
                </a:cubicBezTo>
                <a:cubicBezTo>
                  <a:pt x="719391" y="50531"/>
                  <a:pt x="716706" y="51019"/>
                  <a:pt x="714265" y="51995"/>
                </a:cubicBezTo>
                <a:cubicBezTo>
                  <a:pt x="711824" y="52972"/>
                  <a:pt x="709871" y="54681"/>
                  <a:pt x="708162" y="56878"/>
                </a:cubicBezTo>
                <a:cubicBezTo>
                  <a:pt x="706454" y="59075"/>
                  <a:pt x="705233" y="61516"/>
                  <a:pt x="704501" y="64445"/>
                </a:cubicBezTo>
                <a:cubicBezTo>
                  <a:pt x="703768" y="67374"/>
                  <a:pt x="703280" y="70548"/>
                  <a:pt x="703280" y="73965"/>
                </a:cubicBezTo>
                <a:lnTo>
                  <a:pt x="703280" y="127670"/>
                </a:lnTo>
                <a:lnTo>
                  <a:pt x="685216" y="127670"/>
                </a:lnTo>
                <a:lnTo>
                  <a:pt x="685216" y="35884"/>
                </a:lnTo>
                <a:lnTo>
                  <a:pt x="703280" y="35884"/>
                </a:lnTo>
                <a:lnTo>
                  <a:pt x="703280" y="44672"/>
                </a:lnTo>
                <a:cubicBezTo>
                  <a:pt x="704501" y="42963"/>
                  <a:pt x="705721" y="41499"/>
                  <a:pt x="707430" y="40278"/>
                </a:cubicBezTo>
                <a:cubicBezTo>
                  <a:pt x="709139" y="39058"/>
                  <a:pt x="710848" y="37837"/>
                  <a:pt x="712800" y="36861"/>
                </a:cubicBezTo>
                <a:cubicBezTo>
                  <a:pt x="714753" y="35884"/>
                  <a:pt x="716950" y="35152"/>
                  <a:pt x="719147" y="34664"/>
                </a:cubicBezTo>
                <a:cubicBezTo>
                  <a:pt x="721344" y="34175"/>
                  <a:pt x="723785" y="33931"/>
                  <a:pt x="726226" y="33931"/>
                </a:cubicBezTo>
                <a:close/>
                <a:moveTo>
                  <a:pt x="543876" y="33931"/>
                </a:moveTo>
                <a:cubicBezTo>
                  <a:pt x="549491" y="33931"/>
                  <a:pt x="554129" y="34908"/>
                  <a:pt x="558279" y="36617"/>
                </a:cubicBezTo>
                <a:cubicBezTo>
                  <a:pt x="562429" y="38325"/>
                  <a:pt x="565846" y="41010"/>
                  <a:pt x="568531" y="44428"/>
                </a:cubicBezTo>
                <a:cubicBezTo>
                  <a:pt x="571217" y="47845"/>
                  <a:pt x="573169" y="51995"/>
                  <a:pt x="574634" y="57122"/>
                </a:cubicBezTo>
                <a:cubicBezTo>
                  <a:pt x="576099" y="62248"/>
                  <a:pt x="576587" y="68351"/>
                  <a:pt x="576587" y="75186"/>
                </a:cubicBezTo>
                <a:lnTo>
                  <a:pt x="576587" y="127670"/>
                </a:lnTo>
                <a:lnTo>
                  <a:pt x="558767" y="127670"/>
                </a:lnTo>
                <a:lnTo>
                  <a:pt x="558767" y="75674"/>
                </a:lnTo>
                <a:cubicBezTo>
                  <a:pt x="558767" y="67374"/>
                  <a:pt x="557302" y="61028"/>
                  <a:pt x="554373" y="56878"/>
                </a:cubicBezTo>
                <a:cubicBezTo>
                  <a:pt x="551444" y="52728"/>
                  <a:pt x="546561" y="50531"/>
                  <a:pt x="539971" y="50531"/>
                </a:cubicBezTo>
                <a:cubicBezTo>
                  <a:pt x="537041" y="50531"/>
                  <a:pt x="534356" y="51019"/>
                  <a:pt x="531915" y="51995"/>
                </a:cubicBezTo>
                <a:cubicBezTo>
                  <a:pt x="529474" y="52972"/>
                  <a:pt x="527521" y="54681"/>
                  <a:pt x="525812" y="56878"/>
                </a:cubicBezTo>
                <a:cubicBezTo>
                  <a:pt x="524104" y="59075"/>
                  <a:pt x="522883" y="61516"/>
                  <a:pt x="522151" y="64445"/>
                </a:cubicBezTo>
                <a:cubicBezTo>
                  <a:pt x="521418" y="67374"/>
                  <a:pt x="520930" y="70548"/>
                  <a:pt x="520930" y="73965"/>
                </a:cubicBezTo>
                <a:lnTo>
                  <a:pt x="520930" y="127670"/>
                </a:lnTo>
                <a:lnTo>
                  <a:pt x="502866" y="127670"/>
                </a:lnTo>
                <a:lnTo>
                  <a:pt x="502866" y="35884"/>
                </a:lnTo>
                <a:lnTo>
                  <a:pt x="520930" y="35884"/>
                </a:lnTo>
                <a:lnTo>
                  <a:pt x="520930" y="44672"/>
                </a:lnTo>
                <a:cubicBezTo>
                  <a:pt x="522151" y="42963"/>
                  <a:pt x="523371" y="41499"/>
                  <a:pt x="525080" y="40278"/>
                </a:cubicBezTo>
                <a:cubicBezTo>
                  <a:pt x="526789" y="39058"/>
                  <a:pt x="528498" y="37837"/>
                  <a:pt x="530450" y="36861"/>
                </a:cubicBezTo>
                <a:cubicBezTo>
                  <a:pt x="532403" y="35884"/>
                  <a:pt x="534600" y="35152"/>
                  <a:pt x="536797" y="34664"/>
                </a:cubicBezTo>
                <a:cubicBezTo>
                  <a:pt x="538994" y="34175"/>
                  <a:pt x="541435" y="33931"/>
                  <a:pt x="543876" y="33931"/>
                </a:cubicBezTo>
                <a:close/>
                <a:moveTo>
                  <a:pt x="630779" y="33687"/>
                </a:moveTo>
                <a:cubicBezTo>
                  <a:pt x="636638" y="33687"/>
                  <a:pt x="642008" y="34908"/>
                  <a:pt x="647135" y="37105"/>
                </a:cubicBezTo>
                <a:cubicBezTo>
                  <a:pt x="652017" y="39302"/>
                  <a:pt x="656411" y="42475"/>
                  <a:pt x="660073" y="46625"/>
                </a:cubicBezTo>
                <a:cubicBezTo>
                  <a:pt x="663734" y="50775"/>
                  <a:pt x="666664" y="55657"/>
                  <a:pt x="668617" y="61516"/>
                </a:cubicBezTo>
                <a:cubicBezTo>
                  <a:pt x="670814" y="67619"/>
                  <a:pt x="672034" y="74209"/>
                  <a:pt x="672034" y="81289"/>
                </a:cubicBezTo>
                <a:cubicBezTo>
                  <a:pt x="672034" y="88856"/>
                  <a:pt x="671058" y="95691"/>
                  <a:pt x="668861" y="101794"/>
                </a:cubicBezTo>
                <a:cubicBezTo>
                  <a:pt x="666664" y="107653"/>
                  <a:pt x="663734" y="112779"/>
                  <a:pt x="660073" y="116929"/>
                </a:cubicBezTo>
                <a:cubicBezTo>
                  <a:pt x="656411" y="121079"/>
                  <a:pt x="652017" y="124252"/>
                  <a:pt x="646891" y="126449"/>
                </a:cubicBezTo>
                <a:cubicBezTo>
                  <a:pt x="641765" y="128646"/>
                  <a:pt x="636394" y="129623"/>
                  <a:pt x="630535" y="129623"/>
                </a:cubicBezTo>
                <a:cubicBezTo>
                  <a:pt x="624677" y="129623"/>
                  <a:pt x="619306" y="128402"/>
                  <a:pt x="614424" y="126205"/>
                </a:cubicBezTo>
                <a:cubicBezTo>
                  <a:pt x="609542" y="124008"/>
                  <a:pt x="605148" y="120590"/>
                  <a:pt x="601730" y="116441"/>
                </a:cubicBezTo>
                <a:cubicBezTo>
                  <a:pt x="598069" y="112291"/>
                  <a:pt x="595383" y="107164"/>
                  <a:pt x="593186" y="101306"/>
                </a:cubicBezTo>
                <a:cubicBezTo>
                  <a:pt x="591234" y="95447"/>
                  <a:pt x="590013" y="88856"/>
                  <a:pt x="590013" y="81777"/>
                </a:cubicBezTo>
                <a:cubicBezTo>
                  <a:pt x="590013" y="74209"/>
                  <a:pt x="590989" y="67619"/>
                  <a:pt x="593186" y="61516"/>
                </a:cubicBezTo>
                <a:cubicBezTo>
                  <a:pt x="595383" y="55657"/>
                  <a:pt x="598069" y="50531"/>
                  <a:pt x="601730" y="46381"/>
                </a:cubicBezTo>
                <a:cubicBezTo>
                  <a:pt x="605392" y="42231"/>
                  <a:pt x="609786" y="39058"/>
                  <a:pt x="614668" y="36861"/>
                </a:cubicBezTo>
                <a:cubicBezTo>
                  <a:pt x="619550" y="34664"/>
                  <a:pt x="624921" y="33687"/>
                  <a:pt x="630779" y="33687"/>
                </a:cubicBezTo>
                <a:close/>
                <a:moveTo>
                  <a:pt x="450871" y="33687"/>
                </a:moveTo>
                <a:cubicBezTo>
                  <a:pt x="457462" y="33687"/>
                  <a:pt x="463077" y="34908"/>
                  <a:pt x="467959" y="37349"/>
                </a:cubicBezTo>
                <a:cubicBezTo>
                  <a:pt x="472841" y="39790"/>
                  <a:pt x="476746" y="43208"/>
                  <a:pt x="479920" y="47357"/>
                </a:cubicBezTo>
                <a:cubicBezTo>
                  <a:pt x="483093" y="51507"/>
                  <a:pt x="485534" y="56390"/>
                  <a:pt x="486999" y="62004"/>
                </a:cubicBezTo>
                <a:cubicBezTo>
                  <a:pt x="488708" y="67863"/>
                  <a:pt x="489684" y="73721"/>
                  <a:pt x="489684" y="79824"/>
                </a:cubicBezTo>
                <a:cubicBezTo>
                  <a:pt x="489684" y="81533"/>
                  <a:pt x="489684" y="82997"/>
                  <a:pt x="489440" y="84462"/>
                </a:cubicBezTo>
                <a:cubicBezTo>
                  <a:pt x="489440" y="85927"/>
                  <a:pt x="489196" y="87147"/>
                  <a:pt x="489196" y="88124"/>
                </a:cubicBezTo>
                <a:lnTo>
                  <a:pt x="428413" y="88124"/>
                </a:lnTo>
                <a:cubicBezTo>
                  <a:pt x="428901" y="92518"/>
                  <a:pt x="429877" y="96424"/>
                  <a:pt x="431342" y="99597"/>
                </a:cubicBezTo>
                <a:cubicBezTo>
                  <a:pt x="432807" y="102770"/>
                  <a:pt x="434516" y="105456"/>
                  <a:pt x="436469" y="107408"/>
                </a:cubicBezTo>
                <a:cubicBezTo>
                  <a:pt x="438421" y="109361"/>
                  <a:pt x="440862" y="111070"/>
                  <a:pt x="443548" y="112047"/>
                </a:cubicBezTo>
                <a:cubicBezTo>
                  <a:pt x="446233" y="113023"/>
                  <a:pt x="448918" y="113511"/>
                  <a:pt x="451603" y="113511"/>
                </a:cubicBezTo>
                <a:cubicBezTo>
                  <a:pt x="453556" y="113511"/>
                  <a:pt x="455509" y="113267"/>
                  <a:pt x="457218" y="113023"/>
                </a:cubicBezTo>
                <a:cubicBezTo>
                  <a:pt x="458927" y="112779"/>
                  <a:pt x="460635" y="112291"/>
                  <a:pt x="462344" y="111558"/>
                </a:cubicBezTo>
                <a:cubicBezTo>
                  <a:pt x="464053" y="110826"/>
                  <a:pt x="465518" y="110094"/>
                  <a:pt x="466738" y="109361"/>
                </a:cubicBezTo>
                <a:cubicBezTo>
                  <a:pt x="467959" y="108629"/>
                  <a:pt x="469667" y="107653"/>
                  <a:pt x="471620" y="106188"/>
                </a:cubicBezTo>
                <a:lnTo>
                  <a:pt x="482361" y="117661"/>
                </a:lnTo>
                <a:cubicBezTo>
                  <a:pt x="480164" y="119858"/>
                  <a:pt x="477967" y="121567"/>
                  <a:pt x="475770" y="122787"/>
                </a:cubicBezTo>
                <a:cubicBezTo>
                  <a:pt x="473573" y="124008"/>
                  <a:pt x="471376" y="125229"/>
                  <a:pt x="468935" y="126449"/>
                </a:cubicBezTo>
                <a:cubicBezTo>
                  <a:pt x="466494" y="127425"/>
                  <a:pt x="463809" y="128402"/>
                  <a:pt x="460635" y="128890"/>
                </a:cubicBezTo>
                <a:cubicBezTo>
                  <a:pt x="457462" y="129378"/>
                  <a:pt x="454288" y="129623"/>
                  <a:pt x="450383" y="129623"/>
                </a:cubicBezTo>
                <a:cubicBezTo>
                  <a:pt x="446477" y="129623"/>
                  <a:pt x="442571" y="129134"/>
                  <a:pt x="439154" y="127914"/>
                </a:cubicBezTo>
                <a:cubicBezTo>
                  <a:pt x="435736" y="126693"/>
                  <a:pt x="432563" y="125473"/>
                  <a:pt x="429877" y="123520"/>
                </a:cubicBezTo>
                <a:cubicBezTo>
                  <a:pt x="427192" y="121811"/>
                  <a:pt x="424751" y="119614"/>
                  <a:pt x="422554" y="117417"/>
                </a:cubicBezTo>
                <a:cubicBezTo>
                  <a:pt x="420357" y="115220"/>
                  <a:pt x="418404" y="112047"/>
                  <a:pt x="416452" y="108629"/>
                </a:cubicBezTo>
                <a:cubicBezTo>
                  <a:pt x="414499" y="104967"/>
                  <a:pt x="413034" y="101062"/>
                  <a:pt x="412058" y="96424"/>
                </a:cubicBezTo>
                <a:cubicBezTo>
                  <a:pt x="411081" y="92030"/>
                  <a:pt x="410593" y="87147"/>
                  <a:pt x="410593" y="81777"/>
                </a:cubicBezTo>
                <a:cubicBezTo>
                  <a:pt x="410593" y="73965"/>
                  <a:pt x="411569" y="67130"/>
                  <a:pt x="413522" y="61272"/>
                </a:cubicBezTo>
                <a:cubicBezTo>
                  <a:pt x="415475" y="55413"/>
                  <a:pt x="418160" y="50287"/>
                  <a:pt x="421822" y="46137"/>
                </a:cubicBezTo>
                <a:cubicBezTo>
                  <a:pt x="425240" y="41987"/>
                  <a:pt x="429633" y="39058"/>
                  <a:pt x="434516" y="36861"/>
                </a:cubicBezTo>
                <a:cubicBezTo>
                  <a:pt x="439398" y="34664"/>
                  <a:pt x="445012" y="33687"/>
                  <a:pt x="450871" y="33687"/>
                </a:cubicBezTo>
                <a:close/>
                <a:moveTo>
                  <a:pt x="18064" y="22213"/>
                </a:moveTo>
                <a:lnTo>
                  <a:pt x="18064" y="64445"/>
                </a:lnTo>
                <a:lnTo>
                  <a:pt x="51019" y="64445"/>
                </a:lnTo>
                <a:cubicBezTo>
                  <a:pt x="58098" y="64445"/>
                  <a:pt x="63225" y="62492"/>
                  <a:pt x="66886" y="58830"/>
                </a:cubicBezTo>
                <a:cubicBezTo>
                  <a:pt x="69816" y="55413"/>
                  <a:pt x="71769" y="50042"/>
                  <a:pt x="71769" y="43451"/>
                </a:cubicBezTo>
                <a:cubicBezTo>
                  <a:pt x="71769" y="40034"/>
                  <a:pt x="71280" y="37105"/>
                  <a:pt x="70304" y="34419"/>
                </a:cubicBezTo>
                <a:cubicBezTo>
                  <a:pt x="69327" y="31734"/>
                  <a:pt x="67863" y="29537"/>
                  <a:pt x="66154" y="27828"/>
                </a:cubicBezTo>
                <a:cubicBezTo>
                  <a:pt x="64445" y="26119"/>
                  <a:pt x="62248" y="24655"/>
                  <a:pt x="59563" y="23678"/>
                </a:cubicBezTo>
                <a:cubicBezTo>
                  <a:pt x="56878" y="22702"/>
                  <a:pt x="54193" y="22213"/>
                  <a:pt x="51019" y="22213"/>
                </a:cubicBezTo>
                <a:close/>
                <a:moveTo>
                  <a:pt x="0" y="5126"/>
                </a:moveTo>
                <a:lnTo>
                  <a:pt x="51263" y="5126"/>
                </a:lnTo>
                <a:cubicBezTo>
                  <a:pt x="56878" y="5126"/>
                  <a:pt x="62004" y="5858"/>
                  <a:pt x="66886" y="7567"/>
                </a:cubicBezTo>
                <a:cubicBezTo>
                  <a:pt x="71769" y="9275"/>
                  <a:pt x="75919" y="11473"/>
                  <a:pt x="79336" y="14890"/>
                </a:cubicBezTo>
                <a:cubicBezTo>
                  <a:pt x="82753" y="18064"/>
                  <a:pt x="85683" y="21969"/>
                  <a:pt x="87636" y="26852"/>
                </a:cubicBezTo>
                <a:cubicBezTo>
                  <a:pt x="89345" y="31734"/>
                  <a:pt x="90321" y="37349"/>
                  <a:pt x="90321" y="43451"/>
                </a:cubicBezTo>
                <a:cubicBezTo>
                  <a:pt x="90321" y="49799"/>
                  <a:pt x="89345" y="55413"/>
                  <a:pt x="87392" y="60051"/>
                </a:cubicBezTo>
                <a:cubicBezTo>
                  <a:pt x="85439" y="64933"/>
                  <a:pt x="82509" y="68839"/>
                  <a:pt x="79092" y="72012"/>
                </a:cubicBezTo>
                <a:cubicBezTo>
                  <a:pt x="75430" y="75186"/>
                  <a:pt x="71280" y="77627"/>
                  <a:pt x="66398" y="79336"/>
                </a:cubicBezTo>
                <a:cubicBezTo>
                  <a:pt x="61516" y="81045"/>
                  <a:pt x="55901" y="81777"/>
                  <a:pt x="50043" y="81777"/>
                </a:cubicBezTo>
                <a:lnTo>
                  <a:pt x="18064" y="81777"/>
                </a:lnTo>
                <a:lnTo>
                  <a:pt x="18064" y="127426"/>
                </a:lnTo>
                <a:lnTo>
                  <a:pt x="0" y="127426"/>
                </a:lnTo>
                <a:close/>
                <a:moveTo>
                  <a:pt x="284388" y="244"/>
                </a:moveTo>
                <a:lnTo>
                  <a:pt x="284388" y="35884"/>
                </a:lnTo>
                <a:lnTo>
                  <a:pt x="307090" y="35884"/>
                </a:lnTo>
                <a:lnTo>
                  <a:pt x="307090" y="52240"/>
                </a:lnTo>
                <a:lnTo>
                  <a:pt x="284388" y="52240"/>
                </a:lnTo>
                <a:lnTo>
                  <a:pt x="284388" y="102038"/>
                </a:lnTo>
                <a:cubicBezTo>
                  <a:pt x="284388" y="104235"/>
                  <a:pt x="284632" y="105944"/>
                  <a:pt x="284876" y="107408"/>
                </a:cubicBezTo>
                <a:cubicBezTo>
                  <a:pt x="285364" y="108873"/>
                  <a:pt x="285853" y="109850"/>
                  <a:pt x="286585" y="110826"/>
                </a:cubicBezTo>
                <a:cubicBezTo>
                  <a:pt x="287317" y="111558"/>
                  <a:pt x="288294" y="112291"/>
                  <a:pt x="289514" y="112535"/>
                </a:cubicBezTo>
                <a:cubicBezTo>
                  <a:pt x="290735" y="112779"/>
                  <a:pt x="292199" y="113023"/>
                  <a:pt x="293664" y="113023"/>
                </a:cubicBezTo>
                <a:cubicBezTo>
                  <a:pt x="296105" y="113023"/>
                  <a:pt x="298302" y="112535"/>
                  <a:pt x="300743" y="111802"/>
                </a:cubicBezTo>
                <a:cubicBezTo>
                  <a:pt x="303184" y="111070"/>
                  <a:pt x="305137" y="110093"/>
                  <a:pt x="306846" y="109361"/>
                </a:cubicBezTo>
                <a:lnTo>
                  <a:pt x="304893" y="125228"/>
                </a:lnTo>
                <a:cubicBezTo>
                  <a:pt x="302696" y="126449"/>
                  <a:pt x="300011" y="127425"/>
                  <a:pt x="297082" y="128402"/>
                </a:cubicBezTo>
                <a:cubicBezTo>
                  <a:pt x="294152" y="129134"/>
                  <a:pt x="290735" y="129622"/>
                  <a:pt x="287317" y="129622"/>
                </a:cubicBezTo>
                <a:cubicBezTo>
                  <a:pt x="284144" y="129622"/>
                  <a:pt x="281459" y="129134"/>
                  <a:pt x="279017" y="128402"/>
                </a:cubicBezTo>
                <a:cubicBezTo>
                  <a:pt x="276576" y="127425"/>
                  <a:pt x="274623" y="126205"/>
                  <a:pt x="272671" y="124252"/>
                </a:cubicBezTo>
                <a:cubicBezTo>
                  <a:pt x="270718" y="122299"/>
                  <a:pt x="269253" y="119858"/>
                  <a:pt x="268277" y="116684"/>
                </a:cubicBezTo>
                <a:cubicBezTo>
                  <a:pt x="267300" y="113511"/>
                  <a:pt x="266812" y="109850"/>
                  <a:pt x="266812" y="105456"/>
                </a:cubicBezTo>
                <a:lnTo>
                  <a:pt x="266812" y="52240"/>
                </a:lnTo>
                <a:lnTo>
                  <a:pt x="253630" y="52240"/>
                </a:lnTo>
                <a:lnTo>
                  <a:pt x="253630" y="35884"/>
                </a:lnTo>
                <a:lnTo>
                  <a:pt x="266812" y="35884"/>
                </a:lnTo>
                <a:lnTo>
                  <a:pt x="266812" y="9764"/>
                </a:lnTo>
                <a:close/>
                <a:moveTo>
                  <a:pt x="341265" y="0"/>
                </a:moveTo>
                <a:lnTo>
                  <a:pt x="341265" y="44428"/>
                </a:lnTo>
                <a:cubicBezTo>
                  <a:pt x="342486" y="42719"/>
                  <a:pt x="343706" y="41255"/>
                  <a:pt x="345415" y="40034"/>
                </a:cubicBezTo>
                <a:cubicBezTo>
                  <a:pt x="347124" y="38813"/>
                  <a:pt x="348833" y="37593"/>
                  <a:pt x="350785" y="36617"/>
                </a:cubicBezTo>
                <a:cubicBezTo>
                  <a:pt x="352738" y="35640"/>
                  <a:pt x="354935" y="34908"/>
                  <a:pt x="357132" y="34420"/>
                </a:cubicBezTo>
                <a:cubicBezTo>
                  <a:pt x="359329" y="33931"/>
                  <a:pt x="361770" y="33687"/>
                  <a:pt x="364211" y="33687"/>
                </a:cubicBezTo>
                <a:cubicBezTo>
                  <a:pt x="369826" y="33687"/>
                  <a:pt x="374464" y="34664"/>
                  <a:pt x="378614" y="36372"/>
                </a:cubicBezTo>
                <a:cubicBezTo>
                  <a:pt x="382764" y="38081"/>
                  <a:pt x="385937" y="40766"/>
                  <a:pt x="388866" y="44184"/>
                </a:cubicBezTo>
                <a:cubicBezTo>
                  <a:pt x="391552" y="47602"/>
                  <a:pt x="393748" y="51995"/>
                  <a:pt x="394969" y="57366"/>
                </a:cubicBezTo>
                <a:cubicBezTo>
                  <a:pt x="396190" y="62736"/>
                  <a:pt x="396922" y="68595"/>
                  <a:pt x="396922" y="74942"/>
                </a:cubicBezTo>
                <a:lnTo>
                  <a:pt x="396922" y="127425"/>
                </a:lnTo>
                <a:lnTo>
                  <a:pt x="379346" y="127425"/>
                </a:lnTo>
                <a:lnTo>
                  <a:pt x="379346" y="75674"/>
                </a:lnTo>
                <a:cubicBezTo>
                  <a:pt x="379346" y="67130"/>
                  <a:pt x="377881" y="60783"/>
                  <a:pt x="374708" y="56634"/>
                </a:cubicBezTo>
                <a:cubicBezTo>
                  <a:pt x="371779" y="52484"/>
                  <a:pt x="366896" y="50287"/>
                  <a:pt x="360306" y="50287"/>
                </a:cubicBezTo>
                <a:cubicBezTo>
                  <a:pt x="357621" y="50287"/>
                  <a:pt x="354935" y="50775"/>
                  <a:pt x="352494" y="51751"/>
                </a:cubicBezTo>
                <a:cubicBezTo>
                  <a:pt x="350053" y="52728"/>
                  <a:pt x="348100" y="54192"/>
                  <a:pt x="346392" y="56389"/>
                </a:cubicBezTo>
                <a:cubicBezTo>
                  <a:pt x="344683" y="58586"/>
                  <a:pt x="343462" y="61028"/>
                  <a:pt x="342486" y="63713"/>
                </a:cubicBezTo>
                <a:cubicBezTo>
                  <a:pt x="341753" y="66642"/>
                  <a:pt x="341265" y="69815"/>
                  <a:pt x="341265" y="73721"/>
                </a:cubicBezTo>
                <a:lnTo>
                  <a:pt x="341265" y="127425"/>
                </a:lnTo>
                <a:lnTo>
                  <a:pt x="323201" y="127425"/>
                </a:lnTo>
                <a:lnTo>
                  <a:pt x="323201" y="9520"/>
                </a:lnTo>
                <a:close/>
              </a:path>
            </a:pathLst>
          </a:custGeom>
          <a:solidFill>
            <a:srgbClr val="1A9AFA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D63F9319-A816-EE92-F8BF-040DCA87ED7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005026"/>
            <a:ext cx="5616000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3143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73CB8A0-D03C-D909-8493-110A5E035C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2814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3CB8A0-D03C-D909-8493-110A5E035C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tx1"/>
                </a:solidFill>
                <a:latin typeface="+mj-lt"/>
              </a:defRPr>
            </a:lvl1pPr>
            <a:lvl2pPr marL="252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000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0886606-7F7C-229B-523F-A51D629D8F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000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DFDFED0-9426-6F78-EE09-B416D35596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0D1CEB-1876-8DB7-6913-D6F96D953A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344ED76-364E-1538-DFB0-B25FC3D75E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CFE1354-17C3-F8BE-C22A-B4DC2FEEE4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Highlight line 1">
            <a:extLst>
              <a:ext uri="{FF2B5EF4-FFF2-40B4-BE49-F238E27FC236}">
                <a16:creationId xmlns:a16="http://schemas.microsoft.com/office/drawing/2014/main" id="{34F207C9-9A8B-EF87-98D3-1C82E5A73D92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485523" y="2386525"/>
            <a:ext cx="3571200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Highlight line 2">
            <a:extLst>
              <a:ext uri="{FF2B5EF4-FFF2-40B4-BE49-F238E27FC236}">
                <a16:creationId xmlns:a16="http://schemas.microsoft.com/office/drawing/2014/main" id="{F2F8A8EF-34AC-8909-599F-945923D00AEF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>
          <a:xfrm>
            <a:off x="4312096" y="2386525"/>
            <a:ext cx="3571200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Highlight line 3">
            <a:extLst>
              <a:ext uri="{FF2B5EF4-FFF2-40B4-BE49-F238E27FC236}">
                <a16:creationId xmlns:a16="http://schemas.microsoft.com/office/drawing/2014/main" id="{FAEBBCA3-F771-49F4-C4AD-11D468F96AB6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8138670" y="2386525"/>
            <a:ext cx="3571200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CD60D0CB-F958-DDF7-30FB-BA190D1D5897}"/>
              </a:ext>
            </a:extLst>
          </p:cNvPr>
          <p:cNvSpPr>
            <a:spLocks noGrp="1"/>
          </p:cNvSpPr>
          <p:nvPr>
            <p:ph type="dgm" sz="quarter" idx="22" hasCustomPrompt="1"/>
          </p:nvPr>
        </p:nvSpPr>
        <p:spPr>
          <a:xfrm>
            <a:off x="485523" y="1005026"/>
            <a:ext cx="11224347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5349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6D08BB7-2706-722B-CA39-8EDF104B0B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53078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D08BB7-2706-722B-CA39-8EDF104B0B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  <a:prstGeom prst="rect">
            <a:avLst/>
          </a:prstGeo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6689895F-167A-0F91-AD8F-E93DA7D00455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005026"/>
            <a:ext cx="11224347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16321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5D105D9-447A-0728-562A-EF459205CF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1630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D105D9-447A-0728-562A-EF459205CF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4437064"/>
            <a:ext cx="2545200" cy="6048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523" y="5243516"/>
            <a:ext cx="25452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572" y="4437064"/>
            <a:ext cx="2545200" cy="6048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572" y="5243516"/>
            <a:ext cx="25452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1620" y="4437064"/>
            <a:ext cx="2545200" cy="6048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620" y="5243516"/>
            <a:ext cx="25452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4669" y="4437064"/>
            <a:ext cx="2545200" cy="6048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70" y="5243516"/>
            <a:ext cx="25452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0BA6537A-D367-6DF9-2A2C-F0EF216DD5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323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1ABE1BD9-533C-1930-8960-4BAE5CA746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372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FFEBD01-EBC9-7BDA-3CC5-39B4C8203AA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3420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38869CAE-EFD2-4214-1658-F59F26B222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6469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Highlight line 1">
            <a:extLst>
              <a:ext uri="{FF2B5EF4-FFF2-40B4-BE49-F238E27FC236}">
                <a16:creationId xmlns:a16="http://schemas.microsoft.com/office/drawing/2014/main" id="{EF4C1ACA-F998-861D-E81D-E014B78BD67D}"/>
              </a:ext>
            </a:extLst>
          </p:cNvPr>
          <p:cNvSpPr>
            <a:spLocks noGrp="1"/>
          </p:cNvSpPr>
          <p:nvPr>
            <p:ph type="dgm" sz="quarter" idx="25" hasCustomPrompt="1"/>
          </p:nvPr>
        </p:nvSpPr>
        <p:spPr>
          <a:xfrm>
            <a:off x="485523" y="1005026"/>
            <a:ext cx="11224347" cy="36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73489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4D7C2E3-7602-FCDB-4129-53FFD7613E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01731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42" imgH="442" progId="TCLayout.ActiveDocument.1">
                  <p:embed/>
                </p:oleObj>
              </mc:Choice>
              <mc:Fallback>
                <p:oleObj name="think-cell Slide" r:id="rId3" imgW="442" imgH="442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D7C2E3-7602-FCDB-4129-53FFD7613E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 vert="horz"/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D38D9929-A249-8569-B937-CC3C706A929D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005026"/>
            <a:ext cx="11224347" cy="3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84018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ou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6C0FD3C-6FF6-55F3-5134-6315C9E536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8660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C0FD3C-6FF6-55F3-5134-6315C9E536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179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0342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Y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30113429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AA3264E-CB34-4429-9275-D4DC18E9B1E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74748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79376" y="907750"/>
            <a:ext cx="11233249" cy="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A343A82-E9F8-4308-B804-1ABAAE8F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269600"/>
            <a:ext cx="11233248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rgbClr val="2E2E3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465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slideLayout" Target="../slideLayouts/slideLayout8.xml"/><Relationship Id="rId7" Type="http://schemas.openxmlformats.org/officeDocument/2006/relationships/tags" Target="../tags/tag1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9.xml"/><Relationship Id="rId9" Type="http://schemas.openxmlformats.org/officeDocument/2006/relationships/oleObject" Target="../embeddings/oleObject7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image" Target="../media/image4.emf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oleObject" Target="../embeddings/oleObject10.bin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tags" Target="../tags/tag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0A7638E-A83A-4BAD-8DA4-A8AEDDEE13D4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98195704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0A7638E-A83A-4BAD-8DA4-A8AEDDEE13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EF8F37F-E738-4C14-B7B6-CAB9C13BEEEC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696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F0543D-5895-4F15-9AD6-423DC79B212B}"/>
              </a:ext>
            </a:extLst>
          </p:cNvPr>
          <p:cNvSpPr txBox="1"/>
          <p:nvPr userDrawn="1"/>
        </p:nvSpPr>
        <p:spPr>
          <a:xfrm>
            <a:off x="9836099" y="6565113"/>
            <a:ext cx="395736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  <a:latin typeface="+mn-lt"/>
                <a:sym typeface="Arial" panose="020B0604020202020204" pitchFamily="34" charset="0"/>
              </a:rPr>
              <a:t>Page </a:t>
            </a:r>
            <a:fld id="{9AE4D82F-B047-469B-AC52-A46321747EAF}" type="slidenum">
              <a:rPr lang="en-GB" sz="800" smtClean="0">
                <a:solidFill>
                  <a:schemeClr val="bg1"/>
                </a:solidFill>
                <a:latin typeface="+mn-lt"/>
                <a:sym typeface="Arial" panose="020B0604020202020204" pitchFamily="34" charset="0"/>
              </a:rPr>
              <a:pPr marL="0" marR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>
              <a:solidFill>
                <a:schemeClr val="bg1"/>
              </a:solidFill>
              <a:latin typeface="+mn-lt"/>
              <a:sym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327149"/>
            <a:ext cx="10972800" cy="9811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02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5" r:id="rId1"/>
    <p:sldLayoutId id="2147484386" r:id="rId2"/>
    <p:sldLayoutId id="2147484377" r:id="rId3"/>
    <p:sldLayoutId id="2147484378" r:id="rId4"/>
    <p:sldLayoutId id="2147484399" r:id="rId5"/>
  </p:sldLayoutIdLst>
  <p:hf hdr="0"/>
  <p:txStyles>
    <p:titleStyle>
      <a:lvl1pPr algn="l" defTabSz="913943" rtl="0" eaLnBrk="1" latinLnBrk="0" hangingPunct="1">
        <a:lnSpc>
          <a:spcPct val="90000"/>
        </a:lnSpc>
        <a:spcBef>
          <a:spcPct val="0"/>
        </a:spcBef>
        <a:buNone/>
        <a:defRPr sz="2199" b="0" kern="1200">
          <a:solidFill>
            <a:schemeClr val="bg1"/>
          </a:solidFill>
          <a:latin typeface="+mn-lt"/>
          <a:ea typeface="+mj-ea"/>
          <a:cs typeface="Arial" pitchFamily="34" charset="0"/>
          <a:sym typeface="Arial" panose="020B0604020202020204" pitchFamily="34" charset="0"/>
        </a:defRPr>
      </a:lvl1pPr>
    </p:titleStyle>
    <p:bodyStyle>
      <a:lvl1pPr marL="171364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1pPr>
      <a:lvl2pPr marL="342729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2pPr>
      <a:lvl3pPr marL="514093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3pPr>
      <a:lvl4pPr marL="685457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4pPr>
      <a:lvl5pPr marL="856821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6" userDrawn="1">
          <p15:clr>
            <a:srgbClr val="F26B43"/>
          </p15:clr>
        </p15:guide>
        <p15:guide id="2" pos="7294" userDrawn="1">
          <p15:clr>
            <a:srgbClr val="F26B43"/>
          </p15:clr>
        </p15:guide>
        <p15:guide id="3" orient="horz" pos="711" userDrawn="1">
          <p15:clr>
            <a:srgbClr val="F26B43"/>
          </p15:clr>
        </p15:guide>
        <p15:guide id="4" orient="horz" pos="38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0A7638E-A83A-4BAD-8DA4-A8AEDDEE13D4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436738639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0A7638E-A83A-4BAD-8DA4-A8AEDDEE13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0EF8F37F-E738-4C14-B7B6-CAB9C13BEEEC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696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F0543D-5895-4F15-9AD6-423DC79B212B}"/>
              </a:ext>
            </a:extLst>
          </p:cNvPr>
          <p:cNvSpPr txBox="1"/>
          <p:nvPr userDrawn="1"/>
        </p:nvSpPr>
        <p:spPr>
          <a:xfrm>
            <a:off x="9836099" y="6565113"/>
            <a:ext cx="395736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  <a:latin typeface="+mn-lt"/>
                <a:sym typeface="Arial" panose="020B0604020202020204" pitchFamily="34" charset="0"/>
              </a:rPr>
              <a:t>Page </a:t>
            </a:r>
            <a:fld id="{9AE4D82F-B047-469B-AC52-A46321747EAF}" type="slidenum">
              <a:rPr lang="en-GB" sz="800" smtClean="0">
                <a:solidFill>
                  <a:schemeClr val="bg1"/>
                </a:solidFill>
                <a:latin typeface="+mn-lt"/>
                <a:sym typeface="Arial" panose="020B0604020202020204" pitchFamily="34" charset="0"/>
              </a:rPr>
              <a:pPr marL="0" marR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>
              <a:solidFill>
                <a:schemeClr val="bg1"/>
              </a:solidFill>
              <a:latin typeface="+mn-lt"/>
              <a:sym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327149"/>
            <a:ext cx="10972800" cy="9811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OuterGrid" hidden="1">
            <a:extLst>
              <a:ext uri="{FF2B5EF4-FFF2-40B4-BE49-F238E27FC236}">
                <a16:creationId xmlns:a16="http://schemas.microsoft.com/office/drawing/2014/main" id="{497C0834-4F27-4726-9D1B-7289BEDDACB5}"/>
              </a:ext>
            </a:extLst>
          </p:cNvPr>
          <p:cNvSpPr/>
          <p:nvPr userDrawn="1"/>
        </p:nvSpPr>
        <p:spPr>
          <a:xfrm>
            <a:off x="609918" y="1327149"/>
            <a:ext cx="10980000" cy="4797425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endParaRPr 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1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96" r:id="rId4"/>
    <p:sldLayoutId id="2147484398" r:id="rId5"/>
  </p:sldLayoutIdLst>
  <p:hf hdr="0"/>
  <p:txStyles>
    <p:titleStyle>
      <a:lvl1pPr algn="l" defTabSz="913943" rtl="0" eaLnBrk="1" latinLnBrk="0" hangingPunct="1">
        <a:lnSpc>
          <a:spcPct val="90000"/>
        </a:lnSpc>
        <a:spcBef>
          <a:spcPct val="0"/>
        </a:spcBef>
        <a:buNone/>
        <a:defRPr sz="2199" b="0" kern="1200">
          <a:solidFill>
            <a:schemeClr val="bg1"/>
          </a:solidFill>
          <a:latin typeface="+mn-lt"/>
          <a:ea typeface="+mj-ea"/>
          <a:cs typeface="Arial" pitchFamily="34" charset="0"/>
          <a:sym typeface="Arial" panose="020B0604020202020204" pitchFamily="34" charset="0"/>
        </a:defRPr>
      </a:lvl1pPr>
    </p:titleStyle>
    <p:bodyStyle>
      <a:lvl1pPr marL="171364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1pPr>
      <a:lvl2pPr marL="342729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2pPr>
      <a:lvl3pPr marL="514093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3pPr>
      <a:lvl4pPr marL="685457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4pPr>
      <a:lvl5pPr marL="856821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6">
          <p15:clr>
            <a:srgbClr val="F26B43"/>
          </p15:clr>
        </p15:guide>
        <p15:guide id="2" pos="7294">
          <p15:clr>
            <a:srgbClr val="F26B43"/>
          </p15:clr>
        </p15:guide>
        <p15:guide id="3" orient="horz" pos="711">
          <p15:clr>
            <a:srgbClr val="F26B43"/>
          </p15:clr>
        </p15:guide>
        <p15:guide id="4" orient="horz" pos="383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88E7404-4EEE-577B-634E-FDC5884C6F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413609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42" imgH="442" progId="TCLayout.ActiveDocument.1">
                  <p:embed/>
                </p:oleObj>
              </mc:Choice>
              <mc:Fallback>
                <p:oleObj name="think-cell Slide" r:id="rId23" imgW="442" imgH="442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8E7404-4EEE-577B-634E-FDC5884C6F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AC52A296-E6DB-4C3C-8C2C-EDBA03000AED}"/>
              </a:ext>
            </a:extLst>
          </p:cNvPr>
          <p:cNvSpPr txBox="1">
            <a:spLocks/>
          </p:cNvSpPr>
          <p:nvPr userDrawn="1"/>
        </p:nvSpPr>
        <p:spPr>
          <a:xfrm>
            <a:off x="10520100" y="6474241"/>
            <a:ext cx="288592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IN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954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6" r:id="rId1"/>
    <p:sldLayoutId id="2147484407" r:id="rId2"/>
    <p:sldLayoutId id="2147484408" r:id="rId3"/>
    <p:sldLayoutId id="2147484409" r:id="rId4"/>
    <p:sldLayoutId id="2147484410" r:id="rId5"/>
    <p:sldLayoutId id="2147484411" r:id="rId6"/>
    <p:sldLayoutId id="2147484412" r:id="rId7"/>
    <p:sldLayoutId id="2147484413" r:id="rId8"/>
    <p:sldLayoutId id="2147484414" r:id="rId9"/>
    <p:sldLayoutId id="2147484415" r:id="rId10"/>
    <p:sldLayoutId id="2147484416" r:id="rId11"/>
    <p:sldLayoutId id="2147484417" r:id="rId12"/>
    <p:sldLayoutId id="2147484418" r:id="rId13"/>
    <p:sldLayoutId id="2147484419" r:id="rId14"/>
    <p:sldLayoutId id="2147484420" r:id="rId15"/>
    <p:sldLayoutId id="2147484421" r:id="rId16"/>
    <p:sldLayoutId id="2147484422" r:id="rId17"/>
    <p:sldLayoutId id="2147484423" r:id="rId18"/>
    <p:sldLayoutId id="2147484424" r:id="rId19"/>
    <p:sldLayoutId id="2147484425" r:id="rId20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000" b="0" i="0" kern="1200">
          <a:solidFill>
            <a:schemeClr val="tx1"/>
          </a:solidFill>
          <a:latin typeface="+mj-lt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2016000" indent="-25200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7378">
          <p15:clr>
            <a:srgbClr val="F26B43"/>
          </p15:clr>
        </p15:guide>
        <p15:guide id="66" orient="horz" pos="550">
          <p15:clr>
            <a:srgbClr val="F26B43"/>
          </p15:clr>
        </p15:guide>
        <p15:guide id="67" orient="horz" pos="232">
          <p15:clr>
            <a:srgbClr val="F26B43"/>
          </p15:clr>
        </p15:guide>
        <p15:guide id="68" orient="horz" pos="3816">
          <p15:clr>
            <a:srgbClr val="F26B43"/>
          </p15:clr>
        </p15:guide>
        <p15:guide id="69" orient="horz" pos="890">
          <p15:clr>
            <a:srgbClr val="F26B43"/>
          </p15:clr>
        </p15:guide>
      </p15:sldGuideLst>
    </p:ext>
  </p:extLst>
</p:sldMaster>
</file>

<file path=ppt/slides/_rels/slide45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/Relationships>
</file>

<file path=ppt/slides/_rels/slide46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/Relationships>
</file>

<file path=ppt/slides/_rels/slide47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/Relationships>
</file>

<file path=ppt/slides/_rels/slide48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/Relationships>
</file>

<file path=ppt/slides/_rels/slide49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/Relationships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7155-8FAE-FFB6-DE46-047F9687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15AF-BF98-62E8-5FD3-7EDF6A14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9875"/>
            <a:ext cx="10058400" cy="591127"/>
          </a:xfrm>
        </p:spPr>
        <p:txBody>
          <a:bodyPr vert="horz" rIns="0"/>
          <a:lstStyle/>
          <a:p>
            <a:r>
              <a:rPr lang="en-IN">
                <a:latin typeface="EYInterstate Light" panose="02000506000000020004" pitchFamily="2" charset="0"/>
              </a:rPr>
              <a:t>Predicted preheater cyclone jamming and kiln ring formation on a 7,000 TPD line, with lead time to the operator</a:t>
            </a:r>
          </a:p>
        </p:txBody>
      </p:sp>
      <p:sp>
        <p:nvSpPr>
          <p:cNvPr id="6" name="Freeform 102">
            <a:extLst>
              <a:ext uri="{FF2B5EF4-FFF2-40B4-BE49-F238E27FC236}">
                <a16:creationId xmlns:a16="http://schemas.microsoft.com/office/drawing/2014/main" id="{E8B2DB2D-C764-4E59-9F70-8DD70E572653}"/>
              </a:ext>
            </a:extLst>
          </p:cNvPr>
          <p:cNvSpPr/>
          <p:nvPr/>
        </p:nvSpPr>
        <p:spPr>
          <a:xfrm>
            <a:off x="609601" y="1364459"/>
            <a:ext cx="2164422" cy="3261884"/>
          </a:xfrm>
          <a:custGeom>
            <a:avLst/>
            <a:gdLst/>
            <a:ahLst/>
            <a:cxnLst/>
            <a:rect l="0" t="0" r="0" b="0"/>
            <a:pathLst>
              <a:path w="4930139" h="3581399">
                <a:moveTo>
                  <a:pt x="4907787" y="0"/>
                </a:moveTo>
                <a:lnTo>
                  <a:pt x="4930139" y="0"/>
                </a:lnTo>
                <a:lnTo>
                  <a:pt x="4930139" y="3581399"/>
                </a:lnTo>
                <a:lnTo>
                  <a:pt x="0" y="3581399"/>
                </a:lnTo>
                <a:lnTo>
                  <a:pt x="0" y="865377"/>
                </a:lnTo>
                <a:close/>
                <a:moveTo>
                  <a:pt x="5439155" y="6062471"/>
                </a:moveTo>
              </a:path>
            </a:pathLst>
          </a:custGeom>
          <a:solidFill>
            <a:srgbClr val="1A9A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0" tIns="2412000" rIns="180000" bIns="720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415BFB-EC09-268A-DE97-88D4947B2DEE}"/>
              </a:ext>
            </a:extLst>
          </p:cNvPr>
          <p:cNvSpPr/>
          <p:nvPr/>
        </p:nvSpPr>
        <p:spPr>
          <a:xfrm>
            <a:off x="8600723" y="1414143"/>
            <a:ext cx="2981677" cy="4703385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288000" rIns="36000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9-month pre and post study on the same kiln line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Before: 13 kiln shutdowns from Cyclone-6 blockage, 46 hours of unplanned downtime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After: 3 blockages, 13 hours of unplanned downtime — ~70% reduction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33 hours of kiln downtime recovered, about 9,600 t of clinker at 7,000 TPD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Fewer kiln startups also improved specific heat consumption</a:t>
            </a:r>
          </a:p>
        </p:txBody>
      </p:sp>
      <p:sp>
        <p:nvSpPr>
          <p:cNvPr id="11" name="Rectangle: Rounded Corners 17">
            <a:extLst>
              <a:ext uri="{FF2B5EF4-FFF2-40B4-BE49-F238E27FC236}">
                <a16:creationId xmlns:a16="http://schemas.microsoft.com/office/drawing/2014/main" id="{D5207D3D-A977-3744-ECB3-A966AA9DC8B5}"/>
              </a:ext>
            </a:extLst>
          </p:cNvPr>
          <p:cNvSpPr/>
          <p:nvPr/>
        </p:nvSpPr>
        <p:spPr>
          <a:xfrm>
            <a:off x="6494168" y="2590415"/>
            <a:ext cx="177796" cy="1165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sz="1199" b="1">
              <a:solidFill>
                <a:schemeClr val="tx1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2994A3-9D14-6727-E416-24554365F9DE}"/>
              </a:ext>
            </a:extLst>
          </p:cNvPr>
          <p:cNvSpPr/>
          <p:nvPr/>
        </p:nvSpPr>
        <p:spPr>
          <a:xfrm>
            <a:off x="2864083" y="2664791"/>
            <a:ext cx="5646580" cy="3452737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63" tIns="252000" rIns="107944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Integrated process data from DCS and SCADA across both preheater strings — cyclone and riser pressures, stage temperatures, draft, O₂ and kiln load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Integrated chemistry data — raw-mix and hot-meal chemistry, with the volatile circulation drivers that precede build-up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Integrated actual historical blockage events from the CCR logbook, so the plant's own recorded events define what a real event looks like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Built the risk mechanism for Cyclone 6, where the majority of the blockages occurred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Output gives the risk at a given point and the lead time to likely jamming, with a confidence score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Each alert carries its contributing signals and a recommended action for the operator — advisory, with the kiln team deciding</a:t>
            </a:r>
          </a:p>
        </p:txBody>
      </p:sp>
      <p:sp>
        <p:nvSpPr>
          <p:cNvPr id="15" name="Rectangle: Rounded Corners 17">
            <a:extLst>
              <a:ext uri="{FF2B5EF4-FFF2-40B4-BE49-F238E27FC236}">
                <a16:creationId xmlns:a16="http://schemas.microsoft.com/office/drawing/2014/main" id="{61758D05-90F1-AF1A-2BAB-471C6E26DF20}"/>
              </a:ext>
            </a:extLst>
          </p:cNvPr>
          <p:cNvSpPr/>
          <p:nvPr/>
        </p:nvSpPr>
        <p:spPr>
          <a:xfrm>
            <a:off x="2864084" y="2590415"/>
            <a:ext cx="3726384" cy="236309"/>
          </a:xfrm>
          <a:custGeom>
            <a:avLst/>
            <a:gdLst>
              <a:gd name="connsiteX0" fmla="*/ 0 w 2392913"/>
              <a:gd name="connsiteY0" fmla="*/ 64464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8" fmla="*/ 0 w 2392913"/>
              <a:gd name="connsiteY8" fmla="*/ 64464 h 234380"/>
              <a:gd name="connsiteX0" fmla="*/ 0 w 2392913"/>
              <a:gd name="connsiteY0" fmla="*/ 169916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0" fmla="*/ 282998 w 2611447"/>
              <a:gd name="connsiteY0" fmla="*/ 234380 h 234380"/>
              <a:gd name="connsiteX1" fmla="*/ 282998 w 2611447"/>
              <a:gd name="connsiteY1" fmla="*/ 0 h 234380"/>
              <a:gd name="connsiteX2" fmla="*/ 2546983 w 2611447"/>
              <a:gd name="connsiteY2" fmla="*/ 0 h 234380"/>
              <a:gd name="connsiteX3" fmla="*/ 2611447 w 2611447"/>
              <a:gd name="connsiteY3" fmla="*/ 64464 h 234380"/>
              <a:gd name="connsiteX4" fmla="*/ 2611447 w 2611447"/>
              <a:gd name="connsiteY4" fmla="*/ 169916 h 234380"/>
              <a:gd name="connsiteX5" fmla="*/ 2546983 w 2611447"/>
              <a:gd name="connsiteY5" fmla="*/ 234380 h 234380"/>
              <a:gd name="connsiteX6" fmla="*/ 282998 w 2611447"/>
              <a:gd name="connsiteY6" fmla="*/ 234380 h 234380"/>
              <a:gd name="connsiteX0" fmla="*/ 167703 w 2496152"/>
              <a:gd name="connsiteY0" fmla="*/ 234380 h 234380"/>
              <a:gd name="connsiteX1" fmla="*/ 167703 w 2496152"/>
              <a:gd name="connsiteY1" fmla="*/ 0 h 234380"/>
              <a:gd name="connsiteX2" fmla="*/ 2431688 w 2496152"/>
              <a:gd name="connsiteY2" fmla="*/ 0 h 234380"/>
              <a:gd name="connsiteX3" fmla="*/ 2496152 w 2496152"/>
              <a:gd name="connsiteY3" fmla="*/ 64464 h 234380"/>
              <a:gd name="connsiteX4" fmla="*/ 2496152 w 2496152"/>
              <a:gd name="connsiteY4" fmla="*/ 169916 h 234380"/>
              <a:gd name="connsiteX5" fmla="*/ 2431688 w 2496152"/>
              <a:gd name="connsiteY5" fmla="*/ 234380 h 234380"/>
              <a:gd name="connsiteX6" fmla="*/ 167703 w 2496152"/>
              <a:gd name="connsiteY6" fmla="*/ 234380 h 234380"/>
              <a:gd name="connsiteX0" fmla="*/ 0 w 2328449"/>
              <a:gd name="connsiteY0" fmla="*/ 234380 h 234380"/>
              <a:gd name="connsiteX1" fmla="*/ 0 w 2328449"/>
              <a:gd name="connsiteY1" fmla="*/ 0 h 234380"/>
              <a:gd name="connsiteX2" fmla="*/ 2263985 w 2328449"/>
              <a:gd name="connsiteY2" fmla="*/ 0 h 234380"/>
              <a:gd name="connsiteX3" fmla="*/ 2328449 w 2328449"/>
              <a:gd name="connsiteY3" fmla="*/ 64464 h 234380"/>
              <a:gd name="connsiteX4" fmla="*/ 2328449 w 2328449"/>
              <a:gd name="connsiteY4" fmla="*/ 169916 h 234380"/>
              <a:gd name="connsiteX5" fmla="*/ 2263985 w 2328449"/>
              <a:gd name="connsiteY5" fmla="*/ 234380 h 234380"/>
              <a:gd name="connsiteX6" fmla="*/ 0 w 2328449"/>
              <a:gd name="connsiteY6" fmla="*/ 234380 h 234380"/>
              <a:gd name="connsiteX0" fmla="*/ 0 w 2541253"/>
              <a:gd name="connsiteY0" fmla="*/ 237015 h 237015"/>
              <a:gd name="connsiteX1" fmla="*/ 0 w 2541253"/>
              <a:gd name="connsiteY1" fmla="*/ 2635 h 237015"/>
              <a:gd name="connsiteX2" fmla="*/ 2263985 w 2541253"/>
              <a:gd name="connsiteY2" fmla="*/ 2635 h 237015"/>
              <a:gd name="connsiteX3" fmla="*/ 2541253 w 2541253"/>
              <a:gd name="connsiteY3" fmla="*/ 24427 h 237015"/>
              <a:gd name="connsiteX4" fmla="*/ 2328449 w 2541253"/>
              <a:gd name="connsiteY4" fmla="*/ 172551 h 237015"/>
              <a:gd name="connsiteX5" fmla="*/ 2263985 w 2541253"/>
              <a:gd name="connsiteY5" fmla="*/ 237015 h 237015"/>
              <a:gd name="connsiteX6" fmla="*/ 0 w 2541253"/>
              <a:gd name="connsiteY6" fmla="*/ 237015 h 237015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179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74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52337"/>
              <a:gd name="connsiteY0" fmla="*/ 235448 h 235448"/>
              <a:gd name="connsiteX1" fmla="*/ 0 w 2552337"/>
              <a:gd name="connsiteY1" fmla="*/ 1068 h 235448"/>
              <a:gd name="connsiteX2" fmla="*/ 2552337 w 2552337"/>
              <a:gd name="connsiteY2" fmla="*/ 0 h 235448"/>
              <a:gd name="connsiteX3" fmla="*/ 2328449 w 2552337"/>
              <a:gd name="connsiteY3" fmla="*/ 170984 h 235448"/>
              <a:gd name="connsiteX4" fmla="*/ 2263985 w 2552337"/>
              <a:gd name="connsiteY4" fmla="*/ 235448 h 235448"/>
              <a:gd name="connsiteX5" fmla="*/ 0 w 2552337"/>
              <a:gd name="connsiteY5" fmla="*/ 235448 h 235448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96671"/>
              <a:gd name="connsiteY0" fmla="*/ 307838 h 307838"/>
              <a:gd name="connsiteX1" fmla="*/ 0 w 2596671"/>
              <a:gd name="connsiteY1" fmla="*/ 73458 h 307838"/>
              <a:gd name="connsiteX2" fmla="*/ 2596671 w 2596671"/>
              <a:gd name="connsiteY2" fmla="*/ 0 h 307838"/>
              <a:gd name="connsiteX3" fmla="*/ 2439285 w 2596671"/>
              <a:gd name="connsiteY3" fmla="*/ 60494 h 307838"/>
              <a:gd name="connsiteX4" fmla="*/ 2263985 w 2596671"/>
              <a:gd name="connsiteY4" fmla="*/ 307838 h 307838"/>
              <a:gd name="connsiteX5" fmla="*/ 0 w 2596671"/>
              <a:gd name="connsiteY5" fmla="*/ 307838 h 307838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607755 w 2607755"/>
              <a:gd name="connsiteY2" fmla="*/ 49996 h 247344"/>
              <a:gd name="connsiteX3" fmla="*/ 2439285 w 2607755"/>
              <a:gd name="connsiteY3" fmla="*/ 0 h 247344"/>
              <a:gd name="connsiteX4" fmla="*/ 2263985 w 2607755"/>
              <a:gd name="connsiteY4" fmla="*/ 247344 h 247344"/>
              <a:gd name="connsiteX5" fmla="*/ 0 w 2607755"/>
              <a:gd name="connsiteY5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448997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548749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35949 h 235949"/>
              <a:gd name="connsiteX1" fmla="*/ 0 w 2607755"/>
              <a:gd name="connsiteY1" fmla="*/ 1569 h 235949"/>
              <a:gd name="connsiteX2" fmla="*/ 2559833 w 2607755"/>
              <a:gd name="connsiteY2" fmla="*/ 3791 h 235949"/>
              <a:gd name="connsiteX3" fmla="*/ 2607755 w 2607755"/>
              <a:gd name="connsiteY3" fmla="*/ 38601 h 235949"/>
              <a:gd name="connsiteX4" fmla="*/ 2322908 w 2607755"/>
              <a:gd name="connsiteY4" fmla="*/ 7655 h 235949"/>
              <a:gd name="connsiteX5" fmla="*/ 2263985 w 2607755"/>
              <a:gd name="connsiteY5" fmla="*/ 235949 h 235949"/>
              <a:gd name="connsiteX6" fmla="*/ 0 w 2607755"/>
              <a:gd name="connsiteY6" fmla="*/ 235949 h 235949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1365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9308 h 239308"/>
              <a:gd name="connsiteX1" fmla="*/ 0 w 2607755"/>
              <a:gd name="connsiteY1" fmla="*/ 4928 h 239308"/>
              <a:gd name="connsiteX2" fmla="*/ 2543207 w 2607755"/>
              <a:gd name="connsiteY2" fmla="*/ 3340 h 239308"/>
              <a:gd name="connsiteX3" fmla="*/ 2607755 w 2607755"/>
              <a:gd name="connsiteY3" fmla="*/ 41960 h 239308"/>
              <a:gd name="connsiteX4" fmla="*/ 2322908 w 2607755"/>
              <a:gd name="connsiteY4" fmla="*/ 11014 h 239308"/>
              <a:gd name="connsiteX5" fmla="*/ 2263985 w 2607755"/>
              <a:gd name="connsiteY5" fmla="*/ 239308 h 239308"/>
              <a:gd name="connsiteX6" fmla="*/ 0 w 2607755"/>
              <a:gd name="connsiteY6" fmla="*/ 239308 h 239308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5968 h 235968"/>
              <a:gd name="connsiteX1" fmla="*/ 0 w 2607755"/>
              <a:gd name="connsiteY1" fmla="*/ 1588 h 235968"/>
              <a:gd name="connsiteX2" fmla="*/ 2532124 w 2607755"/>
              <a:gd name="connsiteY2" fmla="*/ 0 h 235968"/>
              <a:gd name="connsiteX3" fmla="*/ 2607755 w 2607755"/>
              <a:gd name="connsiteY3" fmla="*/ 38620 h 235968"/>
              <a:gd name="connsiteX4" fmla="*/ 2322908 w 2607755"/>
              <a:gd name="connsiteY4" fmla="*/ 7674 h 235968"/>
              <a:gd name="connsiteX5" fmla="*/ 2263985 w 2607755"/>
              <a:gd name="connsiteY5" fmla="*/ 235968 h 235968"/>
              <a:gd name="connsiteX6" fmla="*/ 0 w 2607755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22908 w 2568963"/>
              <a:gd name="connsiteY4" fmla="*/ 7674 h 235968"/>
              <a:gd name="connsiteX5" fmla="*/ 2263985 w 2568963"/>
              <a:gd name="connsiteY5" fmla="*/ 235968 h 235968"/>
              <a:gd name="connsiteX6" fmla="*/ 0 w 2568963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322908 w 2568963"/>
              <a:gd name="connsiteY5" fmla="*/ 767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16622"/>
              <a:gd name="connsiteY0" fmla="*/ 243534 h 329912"/>
              <a:gd name="connsiteX1" fmla="*/ 0 w 2616622"/>
              <a:gd name="connsiteY1" fmla="*/ 9154 h 329912"/>
              <a:gd name="connsiteX2" fmla="*/ 2532124 w 2616622"/>
              <a:gd name="connsiteY2" fmla="*/ 7566 h 329912"/>
              <a:gd name="connsiteX3" fmla="*/ 2568963 w 2616622"/>
              <a:gd name="connsiteY3" fmla="*/ 145246 h 329912"/>
              <a:gd name="connsiteX4" fmla="*/ 2593083 w 2616622"/>
              <a:gd name="connsiteY4" fmla="*/ 327605 h 329912"/>
              <a:gd name="connsiteX5" fmla="*/ 2616622 w 2616622"/>
              <a:gd name="connsiteY5" fmla="*/ 0 h 329912"/>
              <a:gd name="connsiteX6" fmla="*/ 2263985 w 2616622"/>
              <a:gd name="connsiteY6" fmla="*/ 243534 h 329912"/>
              <a:gd name="connsiteX7" fmla="*/ 0 w 2616622"/>
              <a:gd name="connsiteY7" fmla="*/ 243534 h 329912"/>
              <a:gd name="connsiteX0" fmla="*/ 0 w 2616622"/>
              <a:gd name="connsiteY0" fmla="*/ 243534 h 303510"/>
              <a:gd name="connsiteX1" fmla="*/ 0 w 2616622"/>
              <a:gd name="connsiteY1" fmla="*/ 9154 h 303510"/>
              <a:gd name="connsiteX2" fmla="*/ 2532124 w 2616622"/>
              <a:gd name="connsiteY2" fmla="*/ 7566 h 303510"/>
              <a:gd name="connsiteX3" fmla="*/ 2568963 w 2616622"/>
              <a:gd name="connsiteY3" fmla="*/ 145246 h 303510"/>
              <a:gd name="connsiteX4" fmla="*/ 2476706 w 2616622"/>
              <a:gd name="connsiteY4" fmla="*/ 300935 h 303510"/>
              <a:gd name="connsiteX5" fmla="*/ 2616622 w 2616622"/>
              <a:gd name="connsiteY5" fmla="*/ 0 h 303510"/>
              <a:gd name="connsiteX6" fmla="*/ 2263985 w 2616622"/>
              <a:gd name="connsiteY6" fmla="*/ 243534 h 303510"/>
              <a:gd name="connsiteX7" fmla="*/ 0 w 2616622"/>
              <a:gd name="connsiteY7" fmla="*/ 243534 h 303510"/>
              <a:gd name="connsiteX0" fmla="*/ 0 w 2696708"/>
              <a:gd name="connsiteY0" fmla="*/ 243534 h 322363"/>
              <a:gd name="connsiteX1" fmla="*/ 0 w 2696708"/>
              <a:gd name="connsiteY1" fmla="*/ 9154 h 322363"/>
              <a:gd name="connsiteX2" fmla="*/ 2532124 w 2696708"/>
              <a:gd name="connsiteY2" fmla="*/ 7566 h 322363"/>
              <a:gd name="connsiteX3" fmla="*/ 2568963 w 2696708"/>
              <a:gd name="connsiteY3" fmla="*/ 145246 h 322363"/>
              <a:gd name="connsiteX4" fmla="*/ 2687293 w 2696708"/>
              <a:gd name="connsiteY4" fmla="*/ 319985 h 322363"/>
              <a:gd name="connsiteX5" fmla="*/ 2616622 w 2696708"/>
              <a:gd name="connsiteY5" fmla="*/ 0 h 322363"/>
              <a:gd name="connsiteX6" fmla="*/ 2263985 w 2696708"/>
              <a:gd name="connsiteY6" fmla="*/ 243534 h 322363"/>
              <a:gd name="connsiteX7" fmla="*/ 0 w 2696708"/>
              <a:gd name="connsiteY7" fmla="*/ 243534 h 322363"/>
              <a:gd name="connsiteX0" fmla="*/ 0 w 2687293"/>
              <a:gd name="connsiteY0" fmla="*/ 243534 h 320267"/>
              <a:gd name="connsiteX1" fmla="*/ 0 w 2687293"/>
              <a:gd name="connsiteY1" fmla="*/ 9154 h 320267"/>
              <a:gd name="connsiteX2" fmla="*/ 2532124 w 2687293"/>
              <a:gd name="connsiteY2" fmla="*/ 7566 h 320267"/>
              <a:gd name="connsiteX3" fmla="*/ 2568963 w 2687293"/>
              <a:gd name="connsiteY3" fmla="*/ 145246 h 320267"/>
              <a:gd name="connsiteX4" fmla="*/ 2687293 w 2687293"/>
              <a:gd name="connsiteY4" fmla="*/ 319985 h 320267"/>
              <a:gd name="connsiteX5" fmla="*/ 2616622 w 2687293"/>
              <a:gd name="connsiteY5" fmla="*/ 0 h 320267"/>
              <a:gd name="connsiteX6" fmla="*/ 2263985 w 2687293"/>
              <a:gd name="connsiteY6" fmla="*/ 243534 h 320267"/>
              <a:gd name="connsiteX7" fmla="*/ 0 w 2687293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568963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496921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368"/>
              <a:gd name="connsiteX1" fmla="*/ 0 w 2688142"/>
              <a:gd name="connsiteY1" fmla="*/ 9154 h 320368"/>
              <a:gd name="connsiteX2" fmla="*/ 2532124 w 2688142"/>
              <a:gd name="connsiteY2" fmla="*/ 7566 h 320368"/>
              <a:gd name="connsiteX3" fmla="*/ 2524629 w 2688142"/>
              <a:gd name="connsiteY3" fmla="*/ 202396 h 320368"/>
              <a:gd name="connsiteX4" fmla="*/ 2687293 w 2688142"/>
              <a:gd name="connsiteY4" fmla="*/ 319985 h 320368"/>
              <a:gd name="connsiteX5" fmla="*/ 2616622 w 2688142"/>
              <a:gd name="connsiteY5" fmla="*/ 0 h 320368"/>
              <a:gd name="connsiteX6" fmla="*/ 2263985 w 2688142"/>
              <a:gd name="connsiteY6" fmla="*/ 243534 h 320368"/>
              <a:gd name="connsiteX7" fmla="*/ 0 w 2688142"/>
              <a:gd name="connsiteY7" fmla="*/ 243534 h 32036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25965"/>
              <a:gd name="connsiteY0" fmla="*/ 243699 h 243699"/>
              <a:gd name="connsiteX1" fmla="*/ 0 w 2625965"/>
              <a:gd name="connsiteY1" fmla="*/ 9319 h 243699"/>
              <a:gd name="connsiteX2" fmla="*/ 2532124 w 2625965"/>
              <a:gd name="connsiteY2" fmla="*/ 7731 h 243699"/>
              <a:gd name="connsiteX3" fmla="*/ 2524629 w 2625965"/>
              <a:gd name="connsiteY3" fmla="*/ 202561 h 243699"/>
              <a:gd name="connsiteX4" fmla="*/ 2616622 w 2625965"/>
              <a:gd name="connsiteY4" fmla="*/ 165 h 243699"/>
              <a:gd name="connsiteX5" fmla="*/ 2263985 w 2625965"/>
              <a:gd name="connsiteY5" fmla="*/ 243699 h 243699"/>
              <a:gd name="connsiteX6" fmla="*/ 0 w 2625965"/>
              <a:gd name="connsiteY6" fmla="*/ 243699 h 243699"/>
              <a:gd name="connsiteX0" fmla="*/ 0 w 2763149"/>
              <a:gd name="connsiteY0" fmla="*/ 259531 h 259531"/>
              <a:gd name="connsiteX1" fmla="*/ 0 w 2763149"/>
              <a:gd name="connsiteY1" fmla="*/ 25151 h 259531"/>
              <a:gd name="connsiteX2" fmla="*/ 2532124 w 2763149"/>
              <a:gd name="connsiteY2" fmla="*/ 23563 h 259531"/>
              <a:gd name="connsiteX3" fmla="*/ 2616622 w 2763149"/>
              <a:gd name="connsiteY3" fmla="*/ 15997 h 259531"/>
              <a:gd name="connsiteX4" fmla="*/ 2263985 w 2763149"/>
              <a:gd name="connsiteY4" fmla="*/ 259531 h 259531"/>
              <a:gd name="connsiteX5" fmla="*/ 0 w 2763149"/>
              <a:gd name="connsiteY5" fmla="*/ 259531 h 259531"/>
              <a:gd name="connsiteX0" fmla="*/ 0 w 2724840"/>
              <a:gd name="connsiteY0" fmla="*/ 235968 h 235968"/>
              <a:gd name="connsiteX1" fmla="*/ 0 w 2724840"/>
              <a:gd name="connsiteY1" fmla="*/ 1588 h 235968"/>
              <a:gd name="connsiteX2" fmla="*/ 2532124 w 2724840"/>
              <a:gd name="connsiteY2" fmla="*/ 0 h 235968"/>
              <a:gd name="connsiteX3" fmla="*/ 2263985 w 2724840"/>
              <a:gd name="connsiteY3" fmla="*/ 235968 h 235968"/>
              <a:gd name="connsiteX4" fmla="*/ 0 w 2724840"/>
              <a:gd name="connsiteY4" fmla="*/ 235968 h 235968"/>
              <a:gd name="connsiteX0" fmla="*/ 0 w 2532123"/>
              <a:gd name="connsiteY0" fmla="*/ 235968 h 235968"/>
              <a:gd name="connsiteX1" fmla="*/ 0 w 2532123"/>
              <a:gd name="connsiteY1" fmla="*/ 1588 h 235968"/>
              <a:gd name="connsiteX2" fmla="*/ 2532124 w 2532123"/>
              <a:gd name="connsiteY2" fmla="*/ 0 h 235968"/>
              <a:gd name="connsiteX3" fmla="*/ 2263985 w 2532123"/>
              <a:gd name="connsiteY3" fmla="*/ 235968 h 235968"/>
              <a:gd name="connsiteX4" fmla="*/ 0 w 2532123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153150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6103"/>
              <a:gd name="connsiteX1" fmla="*/ 0 w 2532124"/>
              <a:gd name="connsiteY1" fmla="*/ 1588 h 236103"/>
              <a:gd name="connsiteX2" fmla="*/ 2532124 w 2532124"/>
              <a:gd name="connsiteY2" fmla="*/ 0 h 236103"/>
              <a:gd name="connsiteX3" fmla="*/ 2153150 w 2532124"/>
              <a:gd name="connsiteY3" fmla="*/ 235968 h 236103"/>
              <a:gd name="connsiteX4" fmla="*/ 0 w 2532124"/>
              <a:gd name="connsiteY4" fmla="*/ 235968 h 236103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49807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49807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430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085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2124" h="246128">
                <a:moveTo>
                  <a:pt x="0" y="235968"/>
                </a:moveTo>
                <a:lnTo>
                  <a:pt x="0" y="1588"/>
                </a:lnTo>
                <a:lnTo>
                  <a:pt x="2532124" y="0"/>
                </a:lnTo>
                <a:cubicBezTo>
                  <a:pt x="2401274" y="64463"/>
                  <a:pt x="2518072" y="231565"/>
                  <a:pt x="2380859" y="246128"/>
                </a:cubicBezTo>
                <a:lnTo>
                  <a:pt x="0" y="235968"/>
                </a:lnTo>
                <a:close/>
              </a:path>
            </a:pathLst>
          </a:cu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Approach</a:t>
            </a:r>
          </a:p>
        </p:txBody>
      </p:sp>
      <p:sp>
        <p:nvSpPr>
          <p:cNvPr id="17" name="Rectangle: Rounded Corners 17">
            <a:extLst>
              <a:ext uri="{FF2B5EF4-FFF2-40B4-BE49-F238E27FC236}">
                <a16:creationId xmlns:a16="http://schemas.microsoft.com/office/drawing/2014/main" id="{E68E4042-6D0E-DFF7-8501-0F39B61B0B56}"/>
              </a:ext>
            </a:extLst>
          </p:cNvPr>
          <p:cNvSpPr/>
          <p:nvPr/>
        </p:nvSpPr>
        <p:spPr>
          <a:xfrm>
            <a:off x="6475880" y="1351280"/>
            <a:ext cx="177796" cy="1165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sz="1199" b="1">
              <a:solidFill>
                <a:schemeClr val="tx1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21657C-1D9A-6025-6D0C-C23D1EA62B74}"/>
              </a:ext>
            </a:extLst>
          </p:cNvPr>
          <p:cNvSpPr/>
          <p:nvPr/>
        </p:nvSpPr>
        <p:spPr>
          <a:xfrm>
            <a:off x="2864083" y="1425657"/>
            <a:ext cx="5646580" cy="118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63" tIns="252000" rIns="107944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Cover the two-string, six-stage preheater, where most blockages sat in the bottom cyclone (Cyclone 6)</a:t>
            </a:r>
          </a:p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Build one solution across cyclone jamming and kiln ring formation identification</a:t>
            </a:r>
          </a:p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Give the operator lead time on a developing jam, not an alarm once ΔP has already risen</a:t>
            </a:r>
          </a:p>
        </p:txBody>
      </p:sp>
      <p:sp>
        <p:nvSpPr>
          <p:cNvPr id="21" name="Rectangle: Rounded Corners 17">
            <a:extLst>
              <a:ext uri="{FF2B5EF4-FFF2-40B4-BE49-F238E27FC236}">
                <a16:creationId xmlns:a16="http://schemas.microsoft.com/office/drawing/2014/main" id="{9590CAAE-03BA-4D44-A382-012D117D427E}"/>
              </a:ext>
            </a:extLst>
          </p:cNvPr>
          <p:cNvSpPr/>
          <p:nvPr/>
        </p:nvSpPr>
        <p:spPr>
          <a:xfrm>
            <a:off x="2864084" y="1351280"/>
            <a:ext cx="3726384" cy="236309"/>
          </a:xfrm>
          <a:custGeom>
            <a:avLst/>
            <a:gdLst>
              <a:gd name="connsiteX0" fmla="*/ 0 w 2392913"/>
              <a:gd name="connsiteY0" fmla="*/ 64464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8" fmla="*/ 0 w 2392913"/>
              <a:gd name="connsiteY8" fmla="*/ 64464 h 234380"/>
              <a:gd name="connsiteX0" fmla="*/ 0 w 2392913"/>
              <a:gd name="connsiteY0" fmla="*/ 169916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0" fmla="*/ 282998 w 2611447"/>
              <a:gd name="connsiteY0" fmla="*/ 234380 h 234380"/>
              <a:gd name="connsiteX1" fmla="*/ 282998 w 2611447"/>
              <a:gd name="connsiteY1" fmla="*/ 0 h 234380"/>
              <a:gd name="connsiteX2" fmla="*/ 2546983 w 2611447"/>
              <a:gd name="connsiteY2" fmla="*/ 0 h 234380"/>
              <a:gd name="connsiteX3" fmla="*/ 2611447 w 2611447"/>
              <a:gd name="connsiteY3" fmla="*/ 64464 h 234380"/>
              <a:gd name="connsiteX4" fmla="*/ 2611447 w 2611447"/>
              <a:gd name="connsiteY4" fmla="*/ 169916 h 234380"/>
              <a:gd name="connsiteX5" fmla="*/ 2546983 w 2611447"/>
              <a:gd name="connsiteY5" fmla="*/ 234380 h 234380"/>
              <a:gd name="connsiteX6" fmla="*/ 282998 w 2611447"/>
              <a:gd name="connsiteY6" fmla="*/ 234380 h 234380"/>
              <a:gd name="connsiteX0" fmla="*/ 167703 w 2496152"/>
              <a:gd name="connsiteY0" fmla="*/ 234380 h 234380"/>
              <a:gd name="connsiteX1" fmla="*/ 167703 w 2496152"/>
              <a:gd name="connsiteY1" fmla="*/ 0 h 234380"/>
              <a:gd name="connsiteX2" fmla="*/ 2431688 w 2496152"/>
              <a:gd name="connsiteY2" fmla="*/ 0 h 234380"/>
              <a:gd name="connsiteX3" fmla="*/ 2496152 w 2496152"/>
              <a:gd name="connsiteY3" fmla="*/ 64464 h 234380"/>
              <a:gd name="connsiteX4" fmla="*/ 2496152 w 2496152"/>
              <a:gd name="connsiteY4" fmla="*/ 169916 h 234380"/>
              <a:gd name="connsiteX5" fmla="*/ 2431688 w 2496152"/>
              <a:gd name="connsiteY5" fmla="*/ 234380 h 234380"/>
              <a:gd name="connsiteX6" fmla="*/ 167703 w 2496152"/>
              <a:gd name="connsiteY6" fmla="*/ 234380 h 234380"/>
              <a:gd name="connsiteX0" fmla="*/ 0 w 2328449"/>
              <a:gd name="connsiteY0" fmla="*/ 234380 h 234380"/>
              <a:gd name="connsiteX1" fmla="*/ 0 w 2328449"/>
              <a:gd name="connsiteY1" fmla="*/ 0 h 234380"/>
              <a:gd name="connsiteX2" fmla="*/ 2263985 w 2328449"/>
              <a:gd name="connsiteY2" fmla="*/ 0 h 234380"/>
              <a:gd name="connsiteX3" fmla="*/ 2328449 w 2328449"/>
              <a:gd name="connsiteY3" fmla="*/ 64464 h 234380"/>
              <a:gd name="connsiteX4" fmla="*/ 2328449 w 2328449"/>
              <a:gd name="connsiteY4" fmla="*/ 169916 h 234380"/>
              <a:gd name="connsiteX5" fmla="*/ 2263985 w 2328449"/>
              <a:gd name="connsiteY5" fmla="*/ 234380 h 234380"/>
              <a:gd name="connsiteX6" fmla="*/ 0 w 2328449"/>
              <a:gd name="connsiteY6" fmla="*/ 234380 h 234380"/>
              <a:gd name="connsiteX0" fmla="*/ 0 w 2541253"/>
              <a:gd name="connsiteY0" fmla="*/ 237015 h 237015"/>
              <a:gd name="connsiteX1" fmla="*/ 0 w 2541253"/>
              <a:gd name="connsiteY1" fmla="*/ 2635 h 237015"/>
              <a:gd name="connsiteX2" fmla="*/ 2263985 w 2541253"/>
              <a:gd name="connsiteY2" fmla="*/ 2635 h 237015"/>
              <a:gd name="connsiteX3" fmla="*/ 2541253 w 2541253"/>
              <a:gd name="connsiteY3" fmla="*/ 24427 h 237015"/>
              <a:gd name="connsiteX4" fmla="*/ 2328449 w 2541253"/>
              <a:gd name="connsiteY4" fmla="*/ 172551 h 237015"/>
              <a:gd name="connsiteX5" fmla="*/ 2263985 w 2541253"/>
              <a:gd name="connsiteY5" fmla="*/ 237015 h 237015"/>
              <a:gd name="connsiteX6" fmla="*/ 0 w 2541253"/>
              <a:gd name="connsiteY6" fmla="*/ 237015 h 237015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179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74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52337"/>
              <a:gd name="connsiteY0" fmla="*/ 235448 h 235448"/>
              <a:gd name="connsiteX1" fmla="*/ 0 w 2552337"/>
              <a:gd name="connsiteY1" fmla="*/ 1068 h 235448"/>
              <a:gd name="connsiteX2" fmla="*/ 2552337 w 2552337"/>
              <a:gd name="connsiteY2" fmla="*/ 0 h 235448"/>
              <a:gd name="connsiteX3" fmla="*/ 2328449 w 2552337"/>
              <a:gd name="connsiteY3" fmla="*/ 170984 h 235448"/>
              <a:gd name="connsiteX4" fmla="*/ 2263985 w 2552337"/>
              <a:gd name="connsiteY4" fmla="*/ 235448 h 235448"/>
              <a:gd name="connsiteX5" fmla="*/ 0 w 2552337"/>
              <a:gd name="connsiteY5" fmla="*/ 235448 h 235448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96671"/>
              <a:gd name="connsiteY0" fmla="*/ 307838 h 307838"/>
              <a:gd name="connsiteX1" fmla="*/ 0 w 2596671"/>
              <a:gd name="connsiteY1" fmla="*/ 73458 h 307838"/>
              <a:gd name="connsiteX2" fmla="*/ 2596671 w 2596671"/>
              <a:gd name="connsiteY2" fmla="*/ 0 h 307838"/>
              <a:gd name="connsiteX3" fmla="*/ 2439285 w 2596671"/>
              <a:gd name="connsiteY3" fmla="*/ 60494 h 307838"/>
              <a:gd name="connsiteX4" fmla="*/ 2263985 w 2596671"/>
              <a:gd name="connsiteY4" fmla="*/ 307838 h 307838"/>
              <a:gd name="connsiteX5" fmla="*/ 0 w 2596671"/>
              <a:gd name="connsiteY5" fmla="*/ 307838 h 307838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607755 w 2607755"/>
              <a:gd name="connsiteY2" fmla="*/ 49996 h 247344"/>
              <a:gd name="connsiteX3" fmla="*/ 2439285 w 2607755"/>
              <a:gd name="connsiteY3" fmla="*/ 0 h 247344"/>
              <a:gd name="connsiteX4" fmla="*/ 2263985 w 2607755"/>
              <a:gd name="connsiteY4" fmla="*/ 247344 h 247344"/>
              <a:gd name="connsiteX5" fmla="*/ 0 w 2607755"/>
              <a:gd name="connsiteY5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448997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548749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35949 h 235949"/>
              <a:gd name="connsiteX1" fmla="*/ 0 w 2607755"/>
              <a:gd name="connsiteY1" fmla="*/ 1569 h 235949"/>
              <a:gd name="connsiteX2" fmla="*/ 2559833 w 2607755"/>
              <a:gd name="connsiteY2" fmla="*/ 3791 h 235949"/>
              <a:gd name="connsiteX3" fmla="*/ 2607755 w 2607755"/>
              <a:gd name="connsiteY3" fmla="*/ 38601 h 235949"/>
              <a:gd name="connsiteX4" fmla="*/ 2322908 w 2607755"/>
              <a:gd name="connsiteY4" fmla="*/ 7655 h 235949"/>
              <a:gd name="connsiteX5" fmla="*/ 2263985 w 2607755"/>
              <a:gd name="connsiteY5" fmla="*/ 235949 h 235949"/>
              <a:gd name="connsiteX6" fmla="*/ 0 w 2607755"/>
              <a:gd name="connsiteY6" fmla="*/ 235949 h 235949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1365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9308 h 239308"/>
              <a:gd name="connsiteX1" fmla="*/ 0 w 2607755"/>
              <a:gd name="connsiteY1" fmla="*/ 4928 h 239308"/>
              <a:gd name="connsiteX2" fmla="*/ 2543207 w 2607755"/>
              <a:gd name="connsiteY2" fmla="*/ 3340 h 239308"/>
              <a:gd name="connsiteX3" fmla="*/ 2607755 w 2607755"/>
              <a:gd name="connsiteY3" fmla="*/ 41960 h 239308"/>
              <a:gd name="connsiteX4" fmla="*/ 2322908 w 2607755"/>
              <a:gd name="connsiteY4" fmla="*/ 11014 h 239308"/>
              <a:gd name="connsiteX5" fmla="*/ 2263985 w 2607755"/>
              <a:gd name="connsiteY5" fmla="*/ 239308 h 239308"/>
              <a:gd name="connsiteX6" fmla="*/ 0 w 2607755"/>
              <a:gd name="connsiteY6" fmla="*/ 239308 h 239308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5968 h 235968"/>
              <a:gd name="connsiteX1" fmla="*/ 0 w 2607755"/>
              <a:gd name="connsiteY1" fmla="*/ 1588 h 235968"/>
              <a:gd name="connsiteX2" fmla="*/ 2532124 w 2607755"/>
              <a:gd name="connsiteY2" fmla="*/ 0 h 235968"/>
              <a:gd name="connsiteX3" fmla="*/ 2607755 w 2607755"/>
              <a:gd name="connsiteY3" fmla="*/ 38620 h 235968"/>
              <a:gd name="connsiteX4" fmla="*/ 2322908 w 2607755"/>
              <a:gd name="connsiteY4" fmla="*/ 7674 h 235968"/>
              <a:gd name="connsiteX5" fmla="*/ 2263985 w 2607755"/>
              <a:gd name="connsiteY5" fmla="*/ 235968 h 235968"/>
              <a:gd name="connsiteX6" fmla="*/ 0 w 2607755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22908 w 2568963"/>
              <a:gd name="connsiteY4" fmla="*/ 7674 h 235968"/>
              <a:gd name="connsiteX5" fmla="*/ 2263985 w 2568963"/>
              <a:gd name="connsiteY5" fmla="*/ 235968 h 235968"/>
              <a:gd name="connsiteX6" fmla="*/ 0 w 2568963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322908 w 2568963"/>
              <a:gd name="connsiteY5" fmla="*/ 767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16622"/>
              <a:gd name="connsiteY0" fmla="*/ 243534 h 329912"/>
              <a:gd name="connsiteX1" fmla="*/ 0 w 2616622"/>
              <a:gd name="connsiteY1" fmla="*/ 9154 h 329912"/>
              <a:gd name="connsiteX2" fmla="*/ 2532124 w 2616622"/>
              <a:gd name="connsiteY2" fmla="*/ 7566 h 329912"/>
              <a:gd name="connsiteX3" fmla="*/ 2568963 w 2616622"/>
              <a:gd name="connsiteY3" fmla="*/ 145246 h 329912"/>
              <a:gd name="connsiteX4" fmla="*/ 2593083 w 2616622"/>
              <a:gd name="connsiteY4" fmla="*/ 327605 h 329912"/>
              <a:gd name="connsiteX5" fmla="*/ 2616622 w 2616622"/>
              <a:gd name="connsiteY5" fmla="*/ 0 h 329912"/>
              <a:gd name="connsiteX6" fmla="*/ 2263985 w 2616622"/>
              <a:gd name="connsiteY6" fmla="*/ 243534 h 329912"/>
              <a:gd name="connsiteX7" fmla="*/ 0 w 2616622"/>
              <a:gd name="connsiteY7" fmla="*/ 243534 h 329912"/>
              <a:gd name="connsiteX0" fmla="*/ 0 w 2616622"/>
              <a:gd name="connsiteY0" fmla="*/ 243534 h 303510"/>
              <a:gd name="connsiteX1" fmla="*/ 0 w 2616622"/>
              <a:gd name="connsiteY1" fmla="*/ 9154 h 303510"/>
              <a:gd name="connsiteX2" fmla="*/ 2532124 w 2616622"/>
              <a:gd name="connsiteY2" fmla="*/ 7566 h 303510"/>
              <a:gd name="connsiteX3" fmla="*/ 2568963 w 2616622"/>
              <a:gd name="connsiteY3" fmla="*/ 145246 h 303510"/>
              <a:gd name="connsiteX4" fmla="*/ 2476706 w 2616622"/>
              <a:gd name="connsiteY4" fmla="*/ 300935 h 303510"/>
              <a:gd name="connsiteX5" fmla="*/ 2616622 w 2616622"/>
              <a:gd name="connsiteY5" fmla="*/ 0 h 303510"/>
              <a:gd name="connsiteX6" fmla="*/ 2263985 w 2616622"/>
              <a:gd name="connsiteY6" fmla="*/ 243534 h 303510"/>
              <a:gd name="connsiteX7" fmla="*/ 0 w 2616622"/>
              <a:gd name="connsiteY7" fmla="*/ 243534 h 303510"/>
              <a:gd name="connsiteX0" fmla="*/ 0 w 2696708"/>
              <a:gd name="connsiteY0" fmla="*/ 243534 h 322363"/>
              <a:gd name="connsiteX1" fmla="*/ 0 w 2696708"/>
              <a:gd name="connsiteY1" fmla="*/ 9154 h 322363"/>
              <a:gd name="connsiteX2" fmla="*/ 2532124 w 2696708"/>
              <a:gd name="connsiteY2" fmla="*/ 7566 h 322363"/>
              <a:gd name="connsiteX3" fmla="*/ 2568963 w 2696708"/>
              <a:gd name="connsiteY3" fmla="*/ 145246 h 322363"/>
              <a:gd name="connsiteX4" fmla="*/ 2687293 w 2696708"/>
              <a:gd name="connsiteY4" fmla="*/ 319985 h 322363"/>
              <a:gd name="connsiteX5" fmla="*/ 2616622 w 2696708"/>
              <a:gd name="connsiteY5" fmla="*/ 0 h 322363"/>
              <a:gd name="connsiteX6" fmla="*/ 2263985 w 2696708"/>
              <a:gd name="connsiteY6" fmla="*/ 243534 h 322363"/>
              <a:gd name="connsiteX7" fmla="*/ 0 w 2696708"/>
              <a:gd name="connsiteY7" fmla="*/ 243534 h 322363"/>
              <a:gd name="connsiteX0" fmla="*/ 0 w 2687293"/>
              <a:gd name="connsiteY0" fmla="*/ 243534 h 320267"/>
              <a:gd name="connsiteX1" fmla="*/ 0 w 2687293"/>
              <a:gd name="connsiteY1" fmla="*/ 9154 h 320267"/>
              <a:gd name="connsiteX2" fmla="*/ 2532124 w 2687293"/>
              <a:gd name="connsiteY2" fmla="*/ 7566 h 320267"/>
              <a:gd name="connsiteX3" fmla="*/ 2568963 w 2687293"/>
              <a:gd name="connsiteY3" fmla="*/ 145246 h 320267"/>
              <a:gd name="connsiteX4" fmla="*/ 2687293 w 2687293"/>
              <a:gd name="connsiteY4" fmla="*/ 319985 h 320267"/>
              <a:gd name="connsiteX5" fmla="*/ 2616622 w 2687293"/>
              <a:gd name="connsiteY5" fmla="*/ 0 h 320267"/>
              <a:gd name="connsiteX6" fmla="*/ 2263985 w 2687293"/>
              <a:gd name="connsiteY6" fmla="*/ 243534 h 320267"/>
              <a:gd name="connsiteX7" fmla="*/ 0 w 2687293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568963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496921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368"/>
              <a:gd name="connsiteX1" fmla="*/ 0 w 2688142"/>
              <a:gd name="connsiteY1" fmla="*/ 9154 h 320368"/>
              <a:gd name="connsiteX2" fmla="*/ 2532124 w 2688142"/>
              <a:gd name="connsiteY2" fmla="*/ 7566 h 320368"/>
              <a:gd name="connsiteX3" fmla="*/ 2524629 w 2688142"/>
              <a:gd name="connsiteY3" fmla="*/ 202396 h 320368"/>
              <a:gd name="connsiteX4" fmla="*/ 2687293 w 2688142"/>
              <a:gd name="connsiteY4" fmla="*/ 319985 h 320368"/>
              <a:gd name="connsiteX5" fmla="*/ 2616622 w 2688142"/>
              <a:gd name="connsiteY5" fmla="*/ 0 h 320368"/>
              <a:gd name="connsiteX6" fmla="*/ 2263985 w 2688142"/>
              <a:gd name="connsiteY6" fmla="*/ 243534 h 320368"/>
              <a:gd name="connsiteX7" fmla="*/ 0 w 2688142"/>
              <a:gd name="connsiteY7" fmla="*/ 243534 h 32036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25965"/>
              <a:gd name="connsiteY0" fmla="*/ 243699 h 243699"/>
              <a:gd name="connsiteX1" fmla="*/ 0 w 2625965"/>
              <a:gd name="connsiteY1" fmla="*/ 9319 h 243699"/>
              <a:gd name="connsiteX2" fmla="*/ 2532124 w 2625965"/>
              <a:gd name="connsiteY2" fmla="*/ 7731 h 243699"/>
              <a:gd name="connsiteX3" fmla="*/ 2524629 w 2625965"/>
              <a:gd name="connsiteY3" fmla="*/ 202561 h 243699"/>
              <a:gd name="connsiteX4" fmla="*/ 2616622 w 2625965"/>
              <a:gd name="connsiteY4" fmla="*/ 165 h 243699"/>
              <a:gd name="connsiteX5" fmla="*/ 2263985 w 2625965"/>
              <a:gd name="connsiteY5" fmla="*/ 243699 h 243699"/>
              <a:gd name="connsiteX6" fmla="*/ 0 w 2625965"/>
              <a:gd name="connsiteY6" fmla="*/ 243699 h 243699"/>
              <a:gd name="connsiteX0" fmla="*/ 0 w 2763149"/>
              <a:gd name="connsiteY0" fmla="*/ 259531 h 259531"/>
              <a:gd name="connsiteX1" fmla="*/ 0 w 2763149"/>
              <a:gd name="connsiteY1" fmla="*/ 25151 h 259531"/>
              <a:gd name="connsiteX2" fmla="*/ 2532124 w 2763149"/>
              <a:gd name="connsiteY2" fmla="*/ 23563 h 259531"/>
              <a:gd name="connsiteX3" fmla="*/ 2616622 w 2763149"/>
              <a:gd name="connsiteY3" fmla="*/ 15997 h 259531"/>
              <a:gd name="connsiteX4" fmla="*/ 2263985 w 2763149"/>
              <a:gd name="connsiteY4" fmla="*/ 259531 h 259531"/>
              <a:gd name="connsiteX5" fmla="*/ 0 w 2763149"/>
              <a:gd name="connsiteY5" fmla="*/ 259531 h 259531"/>
              <a:gd name="connsiteX0" fmla="*/ 0 w 2724840"/>
              <a:gd name="connsiteY0" fmla="*/ 235968 h 235968"/>
              <a:gd name="connsiteX1" fmla="*/ 0 w 2724840"/>
              <a:gd name="connsiteY1" fmla="*/ 1588 h 235968"/>
              <a:gd name="connsiteX2" fmla="*/ 2532124 w 2724840"/>
              <a:gd name="connsiteY2" fmla="*/ 0 h 235968"/>
              <a:gd name="connsiteX3" fmla="*/ 2263985 w 2724840"/>
              <a:gd name="connsiteY3" fmla="*/ 235968 h 235968"/>
              <a:gd name="connsiteX4" fmla="*/ 0 w 2724840"/>
              <a:gd name="connsiteY4" fmla="*/ 235968 h 235968"/>
              <a:gd name="connsiteX0" fmla="*/ 0 w 2532123"/>
              <a:gd name="connsiteY0" fmla="*/ 235968 h 235968"/>
              <a:gd name="connsiteX1" fmla="*/ 0 w 2532123"/>
              <a:gd name="connsiteY1" fmla="*/ 1588 h 235968"/>
              <a:gd name="connsiteX2" fmla="*/ 2532124 w 2532123"/>
              <a:gd name="connsiteY2" fmla="*/ 0 h 235968"/>
              <a:gd name="connsiteX3" fmla="*/ 2263985 w 2532123"/>
              <a:gd name="connsiteY3" fmla="*/ 235968 h 235968"/>
              <a:gd name="connsiteX4" fmla="*/ 0 w 2532123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153150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6103"/>
              <a:gd name="connsiteX1" fmla="*/ 0 w 2532124"/>
              <a:gd name="connsiteY1" fmla="*/ 1588 h 236103"/>
              <a:gd name="connsiteX2" fmla="*/ 2532124 w 2532124"/>
              <a:gd name="connsiteY2" fmla="*/ 0 h 236103"/>
              <a:gd name="connsiteX3" fmla="*/ 2153150 w 2532124"/>
              <a:gd name="connsiteY3" fmla="*/ 235968 h 236103"/>
              <a:gd name="connsiteX4" fmla="*/ 0 w 2532124"/>
              <a:gd name="connsiteY4" fmla="*/ 235968 h 236103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49807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49807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430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085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2124" h="246128">
                <a:moveTo>
                  <a:pt x="0" y="235968"/>
                </a:moveTo>
                <a:lnTo>
                  <a:pt x="0" y="1588"/>
                </a:lnTo>
                <a:lnTo>
                  <a:pt x="2532124" y="0"/>
                </a:lnTo>
                <a:cubicBezTo>
                  <a:pt x="2401274" y="64463"/>
                  <a:pt x="2518072" y="231565"/>
                  <a:pt x="2380859" y="246128"/>
                </a:cubicBezTo>
                <a:lnTo>
                  <a:pt x="0" y="235968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Scope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818CD7-8D52-2F10-B158-BCC37218007D}"/>
              </a:ext>
            </a:extLst>
          </p:cNvPr>
          <p:cNvSpPr/>
          <p:nvPr/>
        </p:nvSpPr>
        <p:spPr>
          <a:xfrm>
            <a:off x="8600723" y="1425591"/>
            <a:ext cx="2981677" cy="225029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Outcomes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99C4C6-01A7-907E-0204-B9C695AD496A}"/>
              </a:ext>
            </a:extLst>
          </p:cNvPr>
          <p:cNvSpPr txBox="1"/>
          <p:nvPr/>
        </p:nvSpPr>
        <p:spPr>
          <a:xfrm>
            <a:off x="718002" y="2427961"/>
            <a:ext cx="19476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</a:rPr>
              <a:t>A leading cement manufacturer — 7,000 TPD kiln line losing clinker output and fuel to cyclone build-up</a:t>
            </a:r>
          </a:p>
        </p:txBody>
      </p:sp>
      <p:sp>
        <p:nvSpPr>
          <p:cNvPr id="18" name="sectionheader_6392213410529943052" descr="Super Headline">
            <a:extLst>
              <a:ext uri="{FF2B5EF4-FFF2-40B4-BE49-F238E27FC236}">
                <a16:creationId xmlns:a16="http://schemas.microsoft.com/office/drawing/2014/main" id="{DBF3E8F1-5E1A-60FF-AB9E-A814CDBDB2AB}"/>
              </a:ext>
            </a:extLst>
          </p:cNvPr>
          <p:cNvSpPr txBox="1"/>
          <p:nvPr/>
        </p:nvSpPr>
        <p:spPr>
          <a:xfrm>
            <a:off x="603070" y="77800"/>
            <a:ext cx="1381468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  <a:buSzPct val="75000"/>
            </a:pPr>
            <a:r>
              <a:rPr lang="en-US" sz="1200">
                <a:solidFill>
                  <a:srgbClr val="1A9AFA"/>
                </a:solidFill>
                <a:latin typeface="EYInterstate Light" panose="02000506000000020004" pitchFamily="2" charset="0"/>
                <a:cs typeface="Arial" panose="020B0604020202020204" pitchFamily="34" charset="0"/>
              </a:rPr>
              <a:t>Detailed 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AE946-FC84-6FF2-C4FF-616C607FA6FA}"/>
              </a:ext>
            </a:extLst>
          </p:cNvPr>
          <p:cNvSpPr/>
          <p:nvPr/>
        </p:nvSpPr>
        <p:spPr>
          <a:xfrm>
            <a:off x="10810532" y="0"/>
            <a:ext cx="1381468" cy="749808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r>
              <a:rPr lang="en-US" sz="1200">
                <a:solidFill>
                  <a:schemeClr val="bg1"/>
                </a:solidFill>
              </a:rPr>
              <a:t>Cement — cyclone jamming</a:t>
            </a:r>
          </a:p>
        </p:txBody>
      </p:sp>
    </p:spTree>
    <p:extLst>
      <p:ext uri="{BB962C8B-B14F-4D97-AF65-F5344CB8AC3E}">
        <p14:creationId xmlns:p14="http://schemas.microsoft.com/office/powerpoint/2010/main" val="10278617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7155-8FAE-FFB6-DE46-047F9687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15AF-BF98-62E8-5FD3-7EDF6A14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9875"/>
            <a:ext cx="10058400" cy="591127"/>
          </a:xfrm>
        </p:spPr>
        <p:txBody>
          <a:bodyPr vert="horz" rIns="0"/>
          <a:lstStyle/>
          <a:p>
            <a:r>
              <a:rPr lang="en-IN">
                <a:latin typeface="EYInterstate Light" panose="02000506000000020004" pitchFamily="2" charset="0"/>
              </a:rPr>
              <a:t>Predicted clinker C3S ahead of the lab result and used the trend to guide alternative fuel rate optimisation</a:t>
            </a:r>
          </a:p>
        </p:txBody>
      </p:sp>
      <p:sp>
        <p:nvSpPr>
          <p:cNvPr id="6" name="Freeform 102">
            <a:extLst>
              <a:ext uri="{FF2B5EF4-FFF2-40B4-BE49-F238E27FC236}">
                <a16:creationId xmlns:a16="http://schemas.microsoft.com/office/drawing/2014/main" id="{E8B2DB2D-C764-4E59-9F70-8DD70E572653}"/>
              </a:ext>
            </a:extLst>
          </p:cNvPr>
          <p:cNvSpPr/>
          <p:nvPr/>
        </p:nvSpPr>
        <p:spPr>
          <a:xfrm>
            <a:off x="609601" y="1364459"/>
            <a:ext cx="2164422" cy="3261884"/>
          </a:xfrm>
          <a:custGeom>
            <a:avLst/>
            <a:gdLst/>
            <a:ahLst/>
            <a:cxnLst/>
            <a:rect l="0" t="0" r="0" b="0"/>
            <a:pathLst>
              <a:path w="4930139" h="3581399">
                <a:moveTo>
                  <a:pt x="4907787" y="0"/>
                </a:moveTo>
                <a:lnTo>
                  <a:pt x="4930139" y="0"/>
                </a:lnTo>
                <a:lnTo>
                  <a:pt x="4930139" y="3581399"/>
                </a:lnTo>
                <a:lnTo>
                  <a:pt x="0" y="3581399"/>
                </a:lnTo>
                <a:lnTo>
                  <a:pt x="0" y="865377"/>
                </a:lnTo>
                <a:close/>
                <a:moveTo>
                  <a:pt x="5439155" y="6062471"/>
                </a:moveTo>
              </a:path>
            </a:pathLst>
          </a:custGeom>
          <a:solidFill>
            <a:srgbClr val="1A9A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0" tIns="2412000" rIns="180000" bIns="720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415BFB-EC09-268A-DE97-88D4947B2DEE}"/>
              </a:ext>
            </a:extLst>
          </p:cNvPr>
          <p:cNvSpPr/>
          <p:nvPr/>
        </p:nvSpPr>
        <p:spPr>
          <a:xfrm>
            <a:off x="8600723" y="1414143"/>
            <a:ext cx="2981677" cy="4703385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288000" rIns="36000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Standard deviation in C3S reduced — pre [TBC] to post [TBC]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Lower process variability on clinker quality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Clinker quality visible every 15 minutes instead of at lab frequency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TSR increase of approximately 1.5–2 percentage points (indicative)</a:t>
            </a:r>
          </a:p>
        </p:txBody>
      </p:sp>
      <p:sp>
        <p:nvSpPr>
          <p:cNvPr id="11" name="Rectangle: Rounded Corners 17">
            <a:extLst>
              <a:ext uri="{FF2B5EF4-FFF2-40B4-BE49-F238E27FC236}">
                <a16:creationId xmlns:a16="http://schemas.microsoft.com/office/drawing/2014/main" id="{D5207D3D-A977-3744-ECB3-A966AA9DC8B5}"/>
              </a:ext>
            </a:extLst>
          </p:cNvPr>
          <p:cNvSpPr/>
          <p:nvPr/>
        </p:nvSpPr>
        <p:spPr>
          <a:xfrm>
            <a:off x="6494168" y="2590415"/>
            <a:ext cx="177796" cy="1165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sz="1199" b="1">
              <a:solidFill>
                <a:schemeClr val="tx1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2994A3-9D14-6727-E416-24554365F9DE}"/>
              </a:ext>
            </a:extLst>
          </p:cNvPr>
          <p:cNvSpPr/>
          <p:nvPr/>
        </p:nvSpPr>
        <p:spPr>
          <a:xfrm>
            <a:off x="2864083" y="2664791"/>
            <a:ext cx="5646580" cy="3452737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63" tIns="252000" rIns="107944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Integrated plant data across process, fuel and quality systems — full input list [TBC, Vivek]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C3S predicted at every 15-minute interval, in place of waiting for the lab test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Prediction surfaced live to the control room, so quality is visible within the shift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C3S trend used to drive operator recommendations on the TSR side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Model tuned to the plant's own raw mix and fuel behaviour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Recommendations kept advisory — the operator decides the fuel change</a:t>
            </a:r>
          </a:p>
        </p:txBody>
      </p:sp>
      <p:sp>
        <p:nvSpPr>
          <p:cNvPr id="15" name="Rectangle: Rounded Corners 17">
            <a:extLst>
              <a:ext uri="{FF2B5EF4-FFF2-40B4-BE49-F238E27FC236}">
                <a16:creationId xmlns:a16="http://schemas.microsoft.com/office/drawing/2014/main" id="{61758D05-90F1-AF1A-2BAB-471C6E26DF20}"/>
              </a:ext>
            </a:extLst>
          </p:cNvPr>
          <p:cNvSpPr/>
          <p:nvPr/>
        </p:nvSpPr>
        <p:spPr>
          <a:xfrm>
            <a:off x="2864084" y="2590415"/>
            <a:ext cx="3726384" cy="236309"/>
          </a:xfrm>
          <a:custGeom>
            <a:avLst/>
            <a:gdLst>
              <a:gd name="connsiteX0" fmla="*/ 0 w 2392913"/>
              <a:gd name="connsiteY0" fmla="*/ 64464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8" fmla="*/ 0 w 2392913"/>
              <a:gd name="connsiteY8" fmla="*/ 64464 h 234380"/>
              <a:gd name="connsiteX0" fmla="*/ 0 w 2392913"/>
              <a:gd name="connsiteY0" fmla="*/ 169916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0" fmla="*/ 282998 w 2611447"/>
              <a:gd name="connsiteY0" fmla="*/ 234380 h 234380"/>
              <a:gd name="connsiteX1" fmla="*/ 282998 w 2611447"/>
              <a:gd name="connsiteY1" fmla="*/ 0 h 234380"/>
              <a:gd name="connsiteX2" fmla="*/ 2546983 w 2611447"/>
              <a:gd name="connsiteY2" fmla="*/ 0 h 234380"/>
              <a:gd name="connsiteX3" fmla="*/ 2611447 w 2611447"/>
              <a:gd name="connsiteY3" fmla="*/ 64464 h 234380"/>
              <a:gd name="connsiteX4" fmla="*/ 2611447 w 2611447"/>
              <a:gd name="connsiteY4" fmla="*/ 169916 h 234380"/>
              <a:gd name="connsiteX5" fmla="*/ 2546983 w 2611447"/>
              <a:gd name="connsiteY5" fmla="*/ 234380 h 234380"/>
              <a:gd name="connsiteX6" fmla="*/ 282998 w 2611447"/>
              <a:gd name="connsiteY6" fmla="*/ 234380 h 234380"/>
              <a:gd name="connsiteX0" fmla="*/ 167703 w 2496152"/>
              <a:gd name="connsiteY0" fmla="*/ 234380 h 234380"/>
              <a:gd name="connsiteX1" fmla="*/ 167703 w 2496152"/>
              <a:gd name="connsiteY1" fmla="*/ 0 h 234380"/>
              <a:gd name="connsiteX2" fmla="*/ 2431688 w 2496152"/>
              <a:gd name="connsiteY2" fmla="*/ 0 h 234380"/>
              <a:gd name="connsiteX3" fmla="*/ 2496152 w 2496152"/>
              <a:gd name="connsiteY3" fmla="*/ 64464 h 234380"/>
              <a:gd name="connsiteX4" fmla="*/ 2496152 w 2496152"/>
              <a:gd name="connsiteY4" fmla="*/ 169916 h 234380"/>
              <a:gd name="connsiteX5" fmla="*/ 2431688 w 2496152"/>
              <a:gd name="connsiteY5" fmla="*/ 234380 h 234380"/>
              <a:gd name="connsiteX6" fmla="*/ 167703 w 2496152"/>
              <a:gd name="connsiteY6" fmla="*/ 234380 h 234380"/>
              <a:gd name="connsiteX0" fmla="*/ 0 w 2328449"/>
              <a:gd name="connsiteY0" fmla="*/ 234380 h 234380"/>
              <a:gd name="connsiteX1" fmla="*/ 0 w 2328449"/>
              <a:gd name="connsiteY1" fmla="*/ 0 h 234380"/>
              <a:gd name="connsiteX2" fmla="*/ 2263985 w 2328449"/>
              <a:gd name="connsiteY2" fmla="*/ 0 h 234380"/>
              <a:gd name="connsiteX3" fmla="*/ 2328449 w 2328449"/>
              <a:gd name="connsiteY3" fmla="*/ 64464 h 234380"/>
              <a:gd name="connsiteX4" fmla="*/ 2328449 w 2328449"/>
              <a:gd name="connsiteY4" fmla="*/ 169916 h 234380"/>
              <a:gd name="connsiteX5" fmla="*/ 2263985 w 2328449"/>
              <a:gd name="connsiteY5" fmla="*/ 234380 h 234380"/>
              <a:gd name="connsiteX6" fmla="*/ 0 w 2328449"/>
              <a:gd name="connsiteY6" fmla="*/ 234380 h 234380"/>
              <a:gd name="connsiteX0" fmla="*/ 0 w 2541253"/>
              <a:gd name="connsiteY0" fmla="*/ 237015 h 237015"/>
              <a:gd name="connsiteX1" fmla="*/ 0 w 2541253"/>
              <a:gd name="connsiteY1" fmla="*/ 2635 h 237015"/>
              <a:gd name="connsiteX2" fmla="*/ 2263985 w 2541253"/>
              <a:gd name="connsiteY2" fmla="*/ 2635 h 237015"/>
              <a:gd name="connsiteX3" fmla="*/ 2541253 w 2541253"/>
              <a:gd name="connsiteY3" fmla="*/ 24427 h 237015"/>
              <a:gd name="connsiteX4" fmla="*/ 2328449 w 2541253"/>
              <a:gd name="connsiteY4" fmla="*/ 172551 h 237015"/>
              <a:gd name="connsiteX5" fmla="*/ 2263985 w 2541253"/>
              <a:gd name="connsiteY5" fmla="*/ 237015 h 237015"/>
              <a:gd name="connsiteX6" fmla="*/ 0 w 2541253"/>
              <a:gd name="connsiteY6" fmla="*/ 237015 h 237015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179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74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52337"/>
              <a:gd name="connsiteY0" fmla="*/ 235448 h 235448"/>
              <a:gd name="connsiteX1" fmla="*/ 0 w 2552337"/>
              <a:gd name="connsiteY1" fmla="*/ 1068 h 235448"/>
              <a:gd name="connsiteX2" fmla="*/ 2552337 w 2552337"/>
              <a:gd name="connsiteY2" fmla="*/ 0 h 235448"/>
              <a:gd name="connsiteX3" fmla="*/ 2328449 w 2552337"/>
              <a:gd name="connsiteY3" fmla="*/ 170984 h 235448"/>
              <a:gd name="connsiteX4" fmla="*/ 2263985 w 2552337"/>
              <a:gd name="connsiteY4" fmla="*/ 235448 h 235448"/>
              <a:gd name="connsiteX5" fmla="*/ 0 w 2552337"/>
              <a:gd name="connsiteY5" fmla="*/ 235448 h 235448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96671"/>
              <a:gd name="connsiteY0" fmla="*/ 307838 h 307838"/>
              <a:gd name="connsiteX1" fmla="*/ 0 w 2596671"/>
              <a:gd name="connsiteY1" fmla="*/ 73458 h 307838"/>
              <a:gd name="connsiteX2" fmla="*/ 2596671 w 2596671"/>
              <a:gd name="connsiteY2" fmla="*/ 0 h 307838"/>
              <a:gd name="connsiteX3" fmla="*/ 2439285 w 2596671"/>
              <a:gd name="connsiteY3" fmla="*/ 60494 h 307838"/>
              <a:gd name="connsiteX4" fmla="*/ 2263985 w 2596671"/>
              <a:gd name="connsiteY4" fmla="*/ 307838 h 307838"/>
              <a:gd name="connsiteX5" fmla="*/ 0 w 2596671"/>
              <a:gd name="connsiteY5" fmla="*/ 307838 h 307838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607755 w 2607755"/>
              <a:gd name="connsiteY2" fmla="*/ 49996 h 247344"/>
              <a:gd name="connsiteX3" fmla="*/ 2439285 w 2607755"/>
              <a:gd name="connsiteY3" fmla="*/ 0 h 247344"/>
              <a:gd name="connsiteX4" fmla="*/ 2263985 w 2607755"/>
              <a:gd name="connsiteY4" fmla="*/ 247344 h 247344"/>
              <a:gd name="connsiteX5" fmla="*/ 0 w 2607755"/>
              <a:gd name="connsiteY5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448997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548749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35949 h 235949"/>
              <a:gd name="connsiteX1" fmla="*/ 0 w 2607755"/>
              <a:gd name="connsiteY1" fmla="*/ 1569 h 235949"/>
              <a:gd name="connsiteX2" fmla="*/ 2559833 w 2607755"/>
              <a:gd name="connsiteY2" fmla="*/ 3791 h 235949"/>
              <a:gd name="connsiteX3" fmla="*/ 2607755 w 2607755"/>
              <a:gd name="connsiteY3" fmla="*/ 38601 h 235949"/>
              <a:gd name="connsiteX4" fmla="*/ 2322908 w 2607755"/>
              <a:gd name="connsiteY4" fmla="*/ 7655 h 235949"/>
              <a:gd name="connsiteX5" fmla="*/ 2263985 w 2607755"/>
              <a:gd name="connsiteY5" fmla="*/ 235949 h 235949"/>
              <a:gd name="connsiteX6" fmla="*/ 0 w 2607755"/>
              <a:gd name="connsiteY6" fmla="*/ 235949 h 235949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1365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9308 h 239308"/>
              <a:gd name="connsiteX1" fmla="*/ 0 w 2607755"/>
              <a:gd name="connsiteY1" fmla="*/ 4928 h 239308"/>
              <a:gd name="connsiteX2" fmla="*/ 2543207 w 2607755"/>
              <a:gd name="connsiteY2" fmla="*/ 3340 h 239308"/>
              <a:gd name="connsiteX3" fmla="*/ 2607755 w 2607755"/>
              <a:gd name="connsiteY3" fmla="*/ 41960 h 239308"/>
              <a:gd name="connsiteX4" fmla="*/ 2322908 w 2607755"/>
              <a:gd name="connsiteY4" fmla="*/ 11014 h 239308"/>
              <a:gd name="connsiteX5" fmla="*/ 2263985 w 2607755"/>
              <a:gd name="connsiteY5" fmla="*/ 239308 h 239308"/>
              <a:gd name="connsiteX6" fmla="*/ 0 w 2607755"/>
              <a:gd name="connsiteY6" fmla="*/ 239308 h 239308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5968 h 235968"/>
              <a:gd name="connsiteX1" fmla="*/ 0 w 2607755"/>
              <a:gd name="connsiteY1" fmla="*/ 1588 h 235968"/>
              <a:gd name="connsiteX2" fmla="*/ 2532124 w 2607755"/>
              <a:gd name="connsiteY2" fmla="*/ 0 h 235968"/>
              <a:gd name="connsiteX3" fmla="*/ 2607755 w 2607755"/>
              <a:gd name="connsiteY3" fmla="*/ 38620 h 235968"/>
              <a:gd name="connsiteX4" fmla="*/ 2322908 w 2607755"/>
              <a:gd name="connsiteY4" fmla="*/ 7674 h 235968"/>
              <a:gd name="connsiteX5" fmla="*/ 2263985 w 2607755"/>
              <a:gd name="connsiteY5" fmla="*/ 235968 h 235968"/>
              <a:gd name="connsiteX6" fmla="*/ 0 w 2607755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22908 w 2568963"/>
              <a:gd name="connsiteY4" fmla="*/ 7674 h 235968"/>
              <a:gd name="connsiteX5" fmla="*/ 2263985 w 2568963"/>
              <a:gd name="connsiteY5" fmla="*/ 235968 h 235968"/>
              <a:gd name="connsiteX6" fmla="*/ 0 w 2568963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322908 w 2568963"/>
              <a:gd name="connsiteY5" fmla="*/ 767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16622"/>
              <a:gd name="connsiteY0" fmla="*/ 243534 h 329912"/>
              <a:gd name="connsiteX1" fmla="*/ 0 w 2616622"/>
              <a:gd name="connsiteY1" fmla="*/ 9154 h 329912"/>
              <a:gd name="connsiteX2" fmla="*/ 2532124 w 2616622"/>
              <a:gd name="connsiteY2" fmla="*/ 7566 h 329912"/>
              <a:gd name="connsiteX3" fmla="*/ 2568963 w 2616622"/>
              <a:gd name="connsiteY3" fmla="*/ 145246 h 329912"/>
              <a:gd name="connsiteX4" fmla="*/ 2593083 w 2616622"/>
              <a:gd name="connsiteY4" fmla="*/ 327605 h 329912"/>
              <a:gd name="connsiteX5" fmla="*/ 2616622 w 2616622"/>
              <a:gd name="connsiteY5" fmla="*/ 0 h 329912"/>
              <a:gd name="connsiteX6" fmla="*/ 2263985 w 2616622"/>
              <a:gd name="connsiteY6" fmla="*/ 243534 h 329912"/>
              <a:gd name="connsiteX7" fmla="*/ 0 w 2616622"/>
              <a:gd name="connsiteY7" fmla="*/ 243534 h 329912"/>
              <a:gd name="connsiteX0" fmla="*/ 0 w 2616622"/>
              <a:gd name="connsiteY0" fmla="*/ 243534 h 303510"/>
              <a:gd name="connsiteX1" fmla="*/ 0 w 2616622"/>
              <a:gd name="connsiteY1" fmla="*/ 9154 h 303510"/>
              <a:gd name="connsiteX2" fmla="*/ 2532124 w 2616622"/>
              <a:gd name="connsiteY2" fmla="*/ 7566 h 303510"/>
              <a:gd name="connsiteX3" fmla="*/ 2568963 w 2616622"/>
              <a:gd name="connsiteY3" fmla="*/ 145246 h 303510"/>
              <a:gd name="connsiteX4" fmla="*/ 2476706 w 2616622"/>
              <a:gd name="connsiteY4" fmla="*/ 300935 h 303510"/>
              <a:gd name="connsiteX5" fmla="*/ 2616622 w 2616622"/>
              <a:gd name="connsiteY5" fmla="*/ 0 h 303510"/>
              <a:gd name="connsiteX6" fmla="*/ 2263985 w 2616622"/>
              <a:gd name="connsiteY6" fmla="*/ 243534 h 303510"/>
              <a:gd name="connsiteX7" fmla="*/ 0 w 2616622"/>
              <a:gd name="connsiteY7" fmla="*/ 243534 h 303510"/>
              <a:gd name="connsiteX0" fmla="*/ 0 w 2696708"/>
              <a:gd name="connsiteY0" fmla="*/ 243534 h 322363"/>
              <a:gd name="connsiteX1" fmla="*/ 0 w 2696708"/>
              <a:gd name="connsiteY1" fmla="*/ 9154 h 322363"/>
              <a:gd name="connsiteX2" fmla="*/ 2532124 w 2696708"/>
              <a:gd name="connsiteY2" fmla="*/ 7566 h 322363"/>
              <a:gd name="connsiteX3" fmla="*/ 2568963 w 2696708"/>
              <a:gd name="connsiteY3" fmla="*/ 145246 h 322363"/>
              <a:gd name="connsiteX4" fmla="*/ 2687293 w 2696708"/>
              <a:gd name="connsiteY4" fmla="*/ 319985 h 322363"/>
              <a:gd name="connsiteX5" fmla="*/ 2616622 w 2696708"/>
              <a:gd name="connsiteY5" fmla="*/ 0 h 322363"/>
              <a:gd name="connsiteX6" fmla="*/ 2263985 w 2696708"/>
              <a:gd name="connsiteY6" fmla="*/ 243534 h 322363"/>
              <a:gd name="connsiteX7" fmla="*/ 0 w 2696708"/>
              <a:gd name="connsiteY7" fmla="*/ 243534 h 322363"/>
              <a:gd name="connsiteX0" fmla="*/ 0 w 2687293"/>
              <a:gd name="connsiteY0" fmla="*/ 243534 h 320267"/>
              <a:gd name="connsiteX1" fmla="*/ 0 w 2687293"/>
              <a:gd name="connsiteY1" fmla="*/ 9154 h 320267"/>
              <a:gd name="connsiteX2" fmla="*/ 2532124 w 2687293"/>
              <a:gd name="connsiteY2" fmla="*/ 7566 h 320267"/>
              <a:gd name="connsiteX3" fmla="*/ 2568963 w 2687293"/>
              <a:gd name="connsiteY3" fmla="*/ 145246 h 320267"/>
              <a:gd name="connsiteX4" fmla="*/ 2687293 w 2687293"/>
              <a:gd name="connsiteY4" fmla="*/ 319985 h 320267"/>
              <a:gd name="connsiteX5" fmla="*/ 2616622 w 2687293"/>
              <a:gd name="connsiteY5" fmla="*/ 0 h 320267"/>
              <a:gd name="connsiteX6" fmla="*/ 2263985 w 2687293"/>
              <a:gd name="connsiteY6" fmla="*/ 243534 h 320267"/>
              <a:gd name="connsiteX7" fmla="*/ 0 w 2687293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568963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496921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368"/>
              <a:gd name="connsiteX1" fmla="*/ 0 w 2688142"/>
              <a:gd name="connsiteY1" fmla="*/ 9154 h 320368"/>
              <a:gd name="connsiteX2" fmla="*/ 2532124 w 2688142"/>
              <a:gd name="connsiteY2" fmla="*/ 7566 h 320368"/>
              <a:gd name="connsiteX3" fmla="*/ 2524629 w 2688142"/>
              <a:gd name="connsiteY3" fmla="*/ 202396 h 320368"/>
              <a:gd name="connsiteX4" fmla="*/ 2687293 w 2688142"/>
              <a:gd name="connsiteY4" fmla="*/ 319985 h 320368"/>
              <a:gd name="connsiteX5" fmla="*/ 2616622 w 2688142"/>
              <a:gd name="connsiteY5" fmla="*/ 0 h 320368"/>
              <a:gd name="connsiteX6" fmla="*/ 2263985 w 2688142"/>
              <a:gd name="connsiteY6" fmla="*/ 243534 h 320368"/>
              <a:gd name="connsiteX7" fmla="*/ 0 w 2688142"/>
              <a:gd name="connsiteY7" fmla="*/ 243534 h 32036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25965"/>
              <a:gd name="connsiteY0" fmla="*/ 243699 h 243699"/>
              <a:gd name="connsiteX1" fmla="*/ 0 w 2625965"/>
              <a:gd name="connsiteY1" fmla="*/ 9319 h 243699"/>
              <a:gd name="connsiteX2" fmla="*/ 2532124 w 2625965"/>
              <a:gd name="connsiteY2" fmla="*/ 7731 h 243699"/>
              <a:gd name="connsiteX3" fmla="*/ 2524629 w 2625965"/>
              <a:gd name="connsiteY3" fmla="*/ 202561 h 243699"/>
              <a:gd name="connsiteX4" fmla="*/ 2616622 w 2625965"/>
              <a:gd name="connsiteY4" fmla="*/ 165 h 243699"/>
              <a:gd name="connsiteX5" fmla="*/ 2263985 w 2625965"/>
              <a:gd name="connsiteY5" fmla="*/ 243699 h 243699"/>
              <a:gd name="connsiteX6" fmla="*/ 0 w 2625965"/>
              <a:gd name="connsiteY6" fmla="*/ 243699 h 243699"/>
              <a:gd name="connsiteX0" fmla="*/ 0 w 2763149"/>
              <a:gd name="connsiteY0" fmla="*/ 259531 h 259531"/>
              <a:gd name="connsiteX1" fmla="*/ 0 w 2763149"/>
              <a:gd name="connsiteY1" fmla="*/ 25151 h 259531"/>
              <a:gd name="connsiteX2" fmla="*/ 2532124 w 2763149"/>
              <a:gd name="connsiteY2" fmla="*/ 23563 h 259531"/>
              <a:gd name="connsiteX3" fmla="*/ 2616622 w 2763149"/>
              <a:gd name="connsiteY3" fmla="*/ 15997 h 259531"/>
              <a:gd name="connsiteX4" fmla="*/ 2263985 w 2763149"/>
              <a:gd name="connsiteY4" fmla="*/ 259531 h 259531"/>
              <a:gd name="connsiteX5" fmla="*/ 0 w 2763149"/>
              <a:gd name="connsiteY5" fmla="*/ 259531 h 259531"/>
              <a:gd name="connsiteX0" fmla="*/ 0 w 2724840"/>
              <a:gd name="connsiteY0" fmla="*/ 235968 h 235968"/>
              <a:gd name="connsiteX1" fmla="*/ 0 w 2724840"/>
              <a:gd name="connsiteY1" fmla="*/ 1588 h 235968"/>
              <a:gd name="connsiteX2" fmla="*/ 2532124 w 2724840"/>
              <a:gd name="connsiteY2" fmla="*/ 0 h 235968"/>
              <a:gd name="connsiteX3" fmla="*/ 2263985 w 2724840"/>
              <a:gd name="connsiteY3" fmla="*/ 235968 h 235968"/>
              <a:gd name="connsiteX4" fmla="*/ 0 w 2724840"/>
              <a:gd name="connsiteY4" fmla="*/ 235968 h 235968"/>
              <a:gd name="connsiteX0" fmla="*/ 0 w 2532123"/>
              <a:gd name="connsiteY0" fmla="*/ 235968 h 235968"/>
              <a:gd name="connsiteX1" fmla="*/ 0 w 2532123"/>
              <a:gd name="connsiteY1" fmla="*/ 1588 h 235968"/>
              <a:gd name="connsiteX2" fmla="*/ 2532124 w 2532123"/>
              <a:gd name="connsiteY2" fmla="*/ 0 h 235968"/>
              <a:gd name="connsiteX3" fmla="*/ 2263985 w 2532123"/>
              <a:gd name="connsiteY3" fmla="*/ 235968 h 235968"/>
              <a:gd name="connsiteX4" fmla="*/ 0 w 2532123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153150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6103"/>
              <a:gd name="connsiteX1" fmla="*/ 0 w 2532124"/>
              <a:gd name="connsiteY1" fmla="*/ 1588 h 236103"/>
              <a:gd name="connsiteX2" fmla="*/ 2532124 w 2532124"/>
              <a:gd name="connsiteY2" fmla="*/ 0 h 236103"/>
              <a:gd name="connsiteX3" fmla="*/ 2153150 w 2532124"/>
              <a:gd name="connsiteY3" fmla="*/ 235968 h 236103"/>
              <a:gd name="connsiteX4" fmla="*/ 0 w 2532124"/>
              <a:gd name="connsiteY4" fmla="*/ 235968 h 236103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49807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49807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430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085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2124" h="246128">
                <a:moveTo>
                  <a:pt x="0" y="235968"/>
                </a:moveTo>
                <a:lnTo>
                  <a:pt x="0" y="1588"/>
                </a:lnTo>
                <a:lnTo>
                  <a:pt x="2532124" y="0"/>
                </a:lnTo>
                <a:cubicBezTo>
                  <a:pt x="2401274" y="64463"/>
                  <a:pt x="2518072" y="231565"/>
                  <a:pt x="2380859" y="246128"/>
                </a:cubicBezTo>
                <a:lnTo>
                  <a:pt x="0" y="235968"/>
                </a:lnTo>
                <a:close/>
              </a:path>
            </a:pathLst>
          </a:cu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Approach</a:t>
            </a:r>
          </a:p>
        </p:txBody>
      </p:sp>
      <p:sp>
        <p:nvSpPr>
          <p:cNvPr id="17" name="Rectangle: Rounded Corners 17">
            <a:extLst>
              <a:ext uri="{FF2B5EF4-FFF2-40B4-BE49-F238E27FC236}">
                <a16:creationId xmlns:a16="http://schemas.microsoft.com/office/drawing/2014/main" id="{E68E4042-6D0E-DFF7-8501-0F39B61B0B56}"/>
              </a:ext>
            </a:extLst>
          </p:cNvPr>
          <p:cNvSpPr/>
          <p:nvPr/>
        </p:nvSpPr>
        <p:spPr>
          <a:xfrm>
            <a:off x="6475880" y="1351280"/>
            <a:ext cx="177796" cy="1165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sz="1199" b="1">
              <a:solidFill>
                <a:schemeClr val="tx1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21657C-1D9A-6025-6D0C-C23D1EA62B74}"/>
              </a:ext>
            </a:extLst>
          </p:cNvPr>
          <p:cNvSpPr/>
          <p:nvPr/>
        </p:nvSpPr>
        <p:spPr>
          <a:xfrm>
            <a:off x="2864083" y="1425657"/>
            <a:ext cx="5646580" cy="118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63" tIns="252000" rIns="107944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Predict clinker C3S ahead of the lab result</a:t>
            </a:r>
          </a:p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Use the predicted trend to guide the operator on TSR (alternative fuel rate) optimisation</a:t>
            </a:r>
          </a:p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Reduce clinker quality variability rather than correcting it after the lab reports</a:t>
            </a:r>
          </a:p>
        </p:txBody>
      </p:sp>
      <p:sp>
        <p:nvSpPr>
          <p:cNvPr id="21" name="Rectangle: Rounded Corners 17">
            <a:extLst>
              <a:ext uri="{FF2B5EF4-FFF2-40B4-BE49-F238E27FC236}">
                <a16:creationId xmlns:a16="http://schemas.microsoft.com/office/drawing/2014/main" id="{9590CAAE-03BA-4D44-A382-012D117D427E}"/>
              </a:ext>
            </a:extLst>
          </p:cNvPr>
          <p:cNvSpPr/>
          <p:nvPr/>
        </p:nvSpPr>
        <p:spPr>
          <a:xfrm>
            <a:off x="2864084" y="1351280"/>
            <a:ext cx="3726384" cy="236309"/>
          </a:xfrm>
          <a:custGeom>
            <a:avLst/>
            <a:gdLst>
              <a:gd name="connsiteX0" fmla="*/ 0 w 2392913"/>
              <a:gd name="connsiteY0" fmla="*/ 64464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8" fmla="*/ 0 w 2392913"/>
              <a:gd name="connsiteY8" fmla="*/ 64464 h 234380"/>
              <a:gd name="connsiteX0" fmla="*/ 0 w 2392913"/>
              <a:gd name="connsiteY0" fmla="*/ 169916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0" fmla="*/ 282998 w 2611447"/>
              <a:gd name="connsiteY0" fmla="*/ 234380 h 234380"/>
              <a:gd name="connsiteX1" fmla="*/ 282998 w 2611447"/>
              <a:gd name="connsiteY1" fmla="*/ 0 h 234380"/>
              <a:gd name="connsiteX2" fmla="*/ 2546983 w 2611447"/>
              <a:gd name="connsiteY2" fmla="*/ 0 h 234380"/>
              <a:gd name="connsiteX3" fmla="*/ 2611447 w 2611447"/>
              <a:gd name="connsiteY3" fmla="*/ 64464 h 234380"/>
              <a:gd name="connsiteX4" fmla="*/ 2611447 w 2611447"/>
              <a:gd name="connsiteY4" fmla="*/ 169916 h 234380"/>
              <a:gd name="connsiteX5" fmla="*/ 2546983 w 2611447"/>
              <a:gd name="connsiteY5" fmla="*/ 234380 h 234380"/>
              <a:gd name="connsiteX6" fmla="*/ 282998 w 2611447"/>
              <a:gd name="connsiteY6" fmla="*/ 234380 h 234380"/>
              <a:gd name="connsiteX0" fmla="*/ 167703 w 2496152"/>
              <a:gd name="connsiteY0" fmla="*/ 234380 h 234380"/>
              <a:gd name="connsiteX1" fmla="*/ 167703 w 2496152"/>
              <a:gd name="connsiteY1" fmla="*/ 0 h 234380"/>
              <a:gd name="connsiteX2" fmla="*/ 2431688 w 2496152"/>
              <a:gd name="connsiteY2" fmla="*/ 0 h 234380"/>
              <a:gd name="connsiteX3" fmla="*/ 2496152 w 2496152"/>
              <a:gd name="connsiteY3" fmla="*/ 64464 h 234380"/>
              <a:gd name="connsiteX4" fmla="*/ 2496152 w 2496152"/>
              <a:gd name="connsiteY4" fmla="*/ 169916 h 234380"/>
              <a:gd name="connsiteX5" fmla="*/ 2431688 w 2496152"/>
              <a:gd name="connsiteY5" fmla="*/ 234380 h 234380"/>
              <a:gd name="connsiteX6" fmla="*/ 167703 w 2496152"/>
              <a:gd name="connsiteY6" fmla="*/ 234380 h 234380"/>
              <a:gd name="connsiteX0" fmla="*/ 0 w 2328449"/>
              <a:gd name="connsiteY0" fmla="*/ 234380 h 234380"/>
              <a:gd name="connsiteX1" fmla="*/ 0 w 2328449"/>
              <a:gd name="connsiteY1" fmla="*/ 0 h 234380"/>
              <a:gd name="connsiteX2" fmla="*/ 2263985 w 2328449"/>
              <a:gd name="connsiteY2" fmla="*/ 0 h 234380"/>
              <a:gd name="connsiteX3" fmla="*/ 2328449 w 2328449"/>
              <a:gd name="connsiteY3" fmla="*/ 64464 h 234380"/>
              <a:gd name="connsiteX4" fmla="*/ 2328449 w 2328449"/>
              <a:gd name="connsiteY4" fmla="*/ 169916 h 234380"/>
              <a:gd name="connsiteX5" fmla="*/ 2263985 w 2328449"/>
              <a:gd name="connsiteY5" fmla="*/ 234380 h 234380"/>
              <a:gd name="connsiteX6" fmla="*/ 0 w 2328449"/>
              <a:gd name="connsiteY6" fmla="*/ 234380 h 234380"/>
              <a:gd name="connsiteX0" fmla="*/ 0 w 2541253"/>
              <a:gd name="connsiteY0" fmla="*/ 237015 h 237015"/>
              <a:gd name="connsiteX1" fmla="*/ 0 w 2541253"/>
              <a:gd name="connsiteY1" fmla="*/ 2635 h 237015"/>
              <a:gd name="connsiteX2" fmla="*/ 2263985 w 2541253"/>
              <a:gd name="connsiteY2" fmla="*/ 2635 h 237015"/>
              <a:gd name="connsiteX3" fmla="*/ 2541253 w 2541253"/>
              <a:gd name="connsiteY3" fmla="*/ 24427 h 237015"/>
              <a:gd name="connsiteX4" fmla="*/ 2328449 w 2541253"/>
              <a:gd name="connsiteY4" fmla="*/ 172551 h 237015"/>
              <a:gd name="connsiteX5" fmla="*/ 2263985 w 2541253"/>
              <a:gd name="connsiteY5" fmla="*/ 237015 h 237015"/>
              <a:gd name="connsiteX6" fmla="*/ 0 w 2541253"/>
              <a:gd name="connsiteY6" fmla="*/ 237015 h 237015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179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74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52337"/>
              <a:gd name="connsiteY0" fmla="*/ 235448 h 235448"/>
              <a:gd name="connsiteX1" fmla="*/ 0 w 2552337"/>
              <a:gd name="connsiteY1" fmla="*/ 1068 h 235448"/>
              <a:gd name="connsiteX2" fmla="*/ 2552337 w 2552337"/>
              <a:gd name="connsiteY2" fmla="*/ 0 h 235448"/>
              <a:gd name="connsiteX3" fmla="*/ 2328449 w 2552337"/>
              <a:gd name="connsiteY3" fmla="*/ 170984 h 235448"/>
              <a:gd name="connsiteX4" fmla="*/ 2263985 w 2552337"/>
              <a:gd name="connsiteY4" fmla="*/ 235448 h 235448"/>
              <a:gd name="connsiteX5" fmla="*/ 0 w 2552337"/>
              <a:gd name="connsiteY5" fmla="*/ 235448 h 235448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96671"/>
              <a:gd name="connsiteY0" fmla="*/ 307838 h 307838"/>
              <a:gd name="connsiteX1" fmla="*/ 0 w 2596671"/>
              <a:gd name="connsiteY1" fmla="*/ 73458 h 307838"/>
              <a:gd name="connsiteX2" fmla="*/ 2596671 w 2596671"/>
              <a:gd name="connsiteY2" fmla="*/ 0 h 307838"/>
              <a:gd name="connsiteX3" fmla="*/ 2439285 w 2596671"/>
              <a:gd name="connsiteY3" fmla="*/ 60494 h 307838"/>
              <a:gd name="connsiteX4" fmla="*/ 2263985 w 2596671"/>
              <a:gd name="connsiteY4" fmla="*/ 307838 h 307838"/>
              <a:gd name="connsiteX5" fmla="*/ 0 w 2596671"/>
              <a:gd name="connsiteY5" fmla="*/ 307838 h 307838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607755 w 2607755"/>
              <a:gd name="connsiteY2" fmla="*/ 49996 h 247344"/>
              <a:gd name="connsiteX3" fmla="*/ 2439285 w 2607755"/>
              <a:gd name="connsiteY3" fmla="*/ 0 h 247344"/>
              <a:gd name="connsiteX4" fmla="*/ 2263985 w 2607755"/>
              <a:gd name="connsiteY4" fmla="*/ 247344 h 247344"/>
              <a:gd name="connsiteX5" fmla="*/ 0 w 2607755"/>
              <a:gd name="connsiteY5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448997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548749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35949 h 235949"/>
              <a:gd name="connsiteX1" fmla="*/ 0 w 2607755"/>
              <a:gd name="connsiteY1" fmla="*/ 1569 h 235949"/>
              <a:gd name="connsiteX2" fmla="*/ 2559833 w 2607755"/>
              <a:gd name="connsiteY2" fmla="*/ 3791 h 235949"/>
              <a:gd name="connsiteX3" fmla="*/ 2607755 w 2607755"/>
              <a:gd name="connsiteY3" fmla="*/ 38601 h 235949"/>
              <a:gd name="connsiteX4" fmla="*/ 2322908 w 2607755"/>
              <a:gd name="connsiteY4" fmla="*/ 7655 h 235949"/>
              <a:gd name="connsiteX5" fmla="*/ 2263985 w 2607755"/>
              <a:gd name="connsiteY5" fmla="*/ 235949 h 235949"/>
              <a:gd name="connsiteX6" fmla="*/ 0 w 2607755"/>
              <a:gd name="connsiteY6" fmla="*/ 235949 h 235949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1365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9308 h 239308"/>
              <a:gd name="connsiteX1" fmla="*/ 0 w 2607755"/>
              <a:gd name="connsiteY1" fmla="*/ 4928 h 239308"/>
              <a:gd name="connsiteX2" fmla="*/ 2543207 w 2607755"/>
              <a:gd name="connsiteY2" fmla="*/ 3340 h 239308"/>
              <a:gd name="connsiteX3" fmla="*/ 2607755 w 2607755"/>
              <a:gd name="connsiteY3" fmla="*/ 41960 h 239308"/>
              <a:gd name="connsiteX4" fmla="*/ 2322908 w 2607755"/>
              <a:gd name="connsiteY4" fmla="*/ 11014 h 239308"/>
              <a:gd name="connsiteX5" fmla="*/ 2263985 w 2607755"/>
              <a:gd name="connsiteY5" fmla="*/ 239308 h 239308"/>
              <a:gd name="connsiteX6" fmla="*/ 0 w 2607755"/>
              <a:gd name="connsiteY6" fmla="*/ 239308 h 239308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5968 h 235968"/>
              <a:gd name="connsiteX1" fmla="*/ 0 w 2607755"/>
              <a:gd name="connsiteY1" fmla="*/ 1588 h 235968"/>
              <a:gd name="connsiteX2" fmla="*/ 2532124 w 2607755"/>
              <a:gd name="connsiteY2" fmla="*/ 0 h 235968"/>
              <a:gd name="connsiteX3" fmla="*/ 2607755 w 2607755"/>
              <a:gd name="connsiteY3" fmla="*/ 38620 h 235968"/>
              <a:gd name="connsiteX4" fmla="*/ 2322908 w 2607755"/>
              <a:gd name="connsiteY4" fmla="*/ 7674 h 235968"/>
              <a:gd name="connsiteX5" fmla="*/ 2263985 w 2607755"/>
              <a:gd name="connsiteY5" fmla="*/ 235968 h 235968"/>
              <a:gd name="connsiteX6" fmla="*/ 0 w 2607755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22908 w 2568963"/>
              <a:gd name="connsiteY4" fmla="*/ 7674 h 235968"/>
              <a:gd name="connsiteX5" fmla="*/ 2263985 w 2568963"/>
              <a:gd name="connsiteY5" fmla="*/ 235968 h 235968"/>
              <a:gd name="connsiteX6" fmla="*/ 0 w 2568963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322908 w 2568963"/>
              <a:gd name="connsiteY5" fmla="*/ 767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16622"/>
              <a:gd name="connsiteY0" fmla="*/ 243534 h 329912"/>
              <a:gd name="connsiteX1" fmla="*/ 0 w 2616622"/>
              <a:gd name="connsiteY1" fmla="*/ 9154 h 329912"/>
              <a:gd name="connsiteX2" fmla="*/ 2532124 w 2616622"/>
              <a:gd name="connsiteY2" fmla="*/ 7566 h 329912"/>
              <a:gd name="connsiteX3" fmla="*/ 2568963 w 2616622"/>
              <a:gd name="connsiteY3" fmla="*/ 145246 h 329912"/>
              <a:gd name="connsiteX4" fmla="*/ 2593083 w 2616622"/>
              <a:gd name="connsiteY4" fmla="*/ 327605 h 329912"/>
              <a:gd name="connsiteX5" fmla="*/ 2616622 w 2616622"/>
              <a:gd name="connsiteY5" fmla="*/ 0 h 329912"/>
              <a:gd name="connsiteX6" fmla="*/ 2263985 w 2616622"/>
              <a:gd name="connsiteY6" fmla="*/ 243534 h 329912"/>
              <a:gd name="connsiteX7" fmla="*/ 0 w 2616622"/>
              <a:gd name="connsiteY7" fmla="*/ 243534 h 329912"/>
              <a:gd name="connsiteX0" fmla="*/ 0 w 2616622"/>
              <a:gd name="connsiteY0" fmla="*/ 243534 h 303510"/>
              <a:gd name="connsiteX1" fmla="*/ 0 w 2616622"/>
              <a:gd name="connsiteY1" fmla="*/ 9154 h 303510"/>
              <a:gd name="connsiteX2" fmla="*/ 2532124 w 2616622"/>
              <a:gd name="connsiteY2" fmla="*/ 7566 h 303510"/>
              <a:gd name="connsiteX3" fmla="*/ 2568963 w 2616622"/>
              <a:gd name="connsiteY3" fmla="*/ 145246 h 303510"/>
              <a:gd name="connsiteX4" fmla="*/ 2476706 w 2616622"/>
              <a:gd name="connsiteY4" fmla="*/ 300935 h 303510"/>
              <a:gd name="connsiteX5" fmla="*/ 2616622 w 2616622"/>
              <a:gd name="connsiteY5" fmla="*/ 0 h 303510"/>
              <a:gd name="connsiteX6" fmla="*/ 2263985 w 2616622"/>
              <a:gd name="connsiteY6" fmla="*/ 243534 h 303510"/>
              <a:gd name="connsiteX7" fmla="*/ 0 w 2616622"/>
              <a:gd name="connsiteY7" fmla="*/ 243534 h 303510"/>
              <a:gd name="connsiteX0" fmla="*/ 0 w 2696708"/>
              <a:gd name="connsiteY0" fmla="*/ 243534 h 322363"/>
              <a:gd name="connsiteX1" fmla="*/ 0 w 2696708"/>
              <a:gd name="connsiteY1" fmla="*/ 9154 h 322363"/>
              <a:gd name="connsiteX2" fmla="*/ 2532124 w 2696708"/>
              <a:gd name="connsiteY2" fmla="*/ 7566 h 322363"/>
              <a:gd name="connsiteX3" fmla="*/ 2568963 w 2696708"/>
              <a:gd name="connsiteY3" fmla="*/ 145246 h 322363"/>
              <a:gd name="connsiteX4" fmla="*/ 2687293 w 2696708"/>
              <a:gd name="connsiteY4" fmla="*/ 319985 h 322363"/>
              <a:gd name="connsiteX5" fmla="*/ 2616622 w 2696708"/>
              <a:gd name="connsiteY5" fmla="*/ 0 h 322363"/>
              <a:gd name="connsiteX6" fmla="*/ 2263985 w 2696708"/>
              <a:gd name="connsiteY6" fmla="*/ 243534 h 322363"/>
              <a:gd name="connsiteX7" fmla="*/ 0 w 2696708"/>
              <a:gd name="connsiteY7" fmla="*/ 243534 h 322363"/>
              <a:gd name="connsiteX0" fmla="*/ 0 w 2687293"/>
              <a:gd name="connsiteY0" fmla="*/ 243534 h 320267"/>
              <a:gd name="connsiteX1" fmla="*/ 0 w 2687293"/>
              <a:gd name="connsiteY1" fmla="*/ 9154 h 320267"/>
              <a:gd name="connsiteX2" fmla="*/ 2532124 w 2687293"/>
              <a:gd name="connsiteY2" fmla="*/ 7566 h 320267"/>
              <a:gd name="connsiteX3" fmla="*/ 2568963 w 2687293"/>
              <a:gd name="connsiteY3" fmla="*/ 145246 h 320267"/>
              <a:gd name="connsiteX4" fmla="*/ 2687293 w 2687293"/>
              <a:gd name="connsiteY4" fmla="*/ 319985 h 320267"/>
              <a:gd name="connsiteX5" fmla="*/ 2616622 w 2687293"/>
              <a:gd name="connsiteY5" fmla="*/ 0 h 320267"/>
              <a:gd name="connsiteX6" fmla="*/ 2263985 w 2687293"/>
              <a:gd name="connsiteY6" fmla="*/ 243534 h 320267"/>
              <a:gd name="connsiteX7" fmla="*/ 0 w 2687293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568963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496921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368"/>
              <a:gd name="connsiteX1" fmla="*/ 0 w 2688142"/>
              <a:gd name="connsiteY1" fmla="*/ 9154 h 320368"/>
              <a:gd name="connsiteX2" fmla="*/ 2532124 w 2688142"/>
              <a:gd name="connsiteY2" fmla="*/ 7566 h 320368"/>
              <a:gd name="connsiteX3" fmla="*/ 2524629 w 2688142"/>
              <a:gd name="connsiteY3" fmla="*/ 202396 h 320368"/>
              <a:gd name="connsiteX4" fmla="*/ 2687293 w 2688142"/>
              <a:gd name="connsiteY4" fmla="*/ 319985 h 320368"/>
              <a:gd name="connsiteX5" fmla="*/ 2616622 w 2688142"/>
              <a:gd name="connsiteY5" fmla="*/ 0 h 320368"/>
              <a:gd name="connsiteX6" fmla="*/ 2263985 w 2688142"/>
              <a:gd name="connsiteY6" fmla="*/ 243534 h 320368"/>
              <a:gd name="connsiteX7" fmla="*/ 0 w 2688142"/>
              <a:gd name="connsiteY7" fmla="*/ 243534 h 32036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25965"/>
              <a:gd name="connsiteY0" fmla="*/ 243699 h 243699"/>
              <a:gd name="connsiteX1" fmla="*/ 0 w 2625965"/>
              <a:gd name="connsiteY1" fmla="*/ 9319 h 243699"/>
              <a:gd name="connsiteX2" fmla="*/ 2532124 w 2625965"/>
              <a:gd name="connsiteY2" fmla="*/ 7731 h 243699"/>
              <a:gd name="connsiteX3" fmla="*/ 2524629 w 2625965"/>
              <a:gd name="connsiteY3" fmla="*/ 202561 h 243699"/>
              <a:gd name="connsiteX4" fmla="*/ 2616622 w 2625965"/>
              <a:gd name="connsiteY4" fmla="*/ 165 h 243699"/>
              <a:gd name="connsiteX5" fmla="*/ 2263985 w 2625965"/>
              <a:gd name="connsiteY5" fmla="*/ 243699 h 243699"/>
              <a:gd name="connsiteX6" fmla="*/ 0 w 2625965"/>
              <a:gd name="connsiteY6" fmla="*/ 243699 h 243699"/>
              <a:gd name="connsiteX0" fmla="*/ 0 w 2763149"/>
              <a:gd name="connsiteY0" fmla="*/ 259531 h 259531"/>
              <a:gd name="connsiteX1" fmla="*/ 0 w 2763149"/>
              <a:gd name="connsiteY1" fmla="*/ 25151 h 259531"/>
              <a:gd name="connsiteX2" fmla="*/ 2532124 w 2763149"/>
              <a:gd name="connsiteY2" fmla="*/ 23563 h 259531"/>
              <a:gd name="connsiteX3" fmla="*/ 2616622 w 2763149"/>
              <a:gd name="connsiteY3" fmla="*/ 15997 h 259531"/>
              <a:gd name="connsiteX4" fmla="*/ 2263985 w 2763149"/>
              <a:gd name="connsiteY4" fmla="*/ 259531 h 259531"/>
              <a:gd name="connsiteX5" fmla="*/ 0 w 2763149"/>
              <a:gd name="connsiteY5" fmla="*/ 259531 h 259531"/>
              <a:gd name="connsiteX0" fmla="*/ 0 w 2724840"/>
              <a:gd name="connsiteY0" fmla="*/ 235968 h 235968"/>
              <a:gd name="connsiteX1" fmla="*/ 0 w 2724840"/>
              <a:gd name="connsiteY1" fmla="*/ 1588 h 235968"/>
              <a:gd name="connsiteX2" fmla="*/ 2532124 w 2724840"/>
              <a:gd name="connsiteY2" fmla="*/ 0 h 235968"/>
              <a:gd name="connsiteX3" fmla="*/ 2263985 w 2724840"/>
              <a:gd name="connsiteY3" fmla="*/ 235968 h 235968"/>
              <a:gd name="connsiteX4" fmla="*/ 0 w 2724840"/>
              <a:gd name="connsiteY4" fmla="*/ 235968 h 235968"/>
              <a:gd name="connsiteX0" fmla="*/ 0 w 2532123"/>
              <a:gd name="connsiteY0" fmla="*/ 235968 h 235968"/>
              <a:gd name="connsiteX1" fmla="*/ 0 w 2532123"/>
              <a:gd name="connsiteY1" fmla="*/ 1588 h 235968"/>
              <a:gd name="connsiteX2" fmla="*/ 2532124 w 2532123"/>
              <a:gd name="connsiteY2" fmla="*/ 0 h 235968"/>
              <a:gd name="connsiteX3" fmla="*/ 2263985 w 2532123"/>
              <a:gd name="connsiteY3" fmla="*/ 235968 h 235968"/>
              <a:gd name="connsiteX4" fmla="*/ 0 w 2532123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153150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6103"/>
              <a:gd name="connsiteX1" fmla="*/ 0 w 2532124"/>
              <a:gd name="connsiteY1" fmla="*/ 1588 h 236103"/>
              <a:gd name="connsiteX2" fmla="*/ 2532124 w 2532124"/>
              <a:gd name="connsiteY2" fmla="*/ 0 h 236103"/>
              <a:gd name="connsiteX3" fmla="*/ 2153150 w 2532124"/>
              <a:gd name="connsiteY3" fmla="*/ 235968 h 236103"/>
              <a:gd name="connsiteX4" fmla="*/ 0 w 2532124"/>
              <a:gd name="connsiteY4" fmla="*/ 235968 h 236103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49807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49807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430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085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2124" h="246128">
                <a:moveTo>
                  <a:pt x="0" y="235968"/>
                </a:moveTo>
                <a:lnTo>
                  <a:pt x="0" y="1588"/>
                </a:lnTo>
                <a:lnTo>
                  <a:pt x="2532124" y="0"/>
                </a:lnTo>
                <a:cubicBezTo>
                  <a:pt x="2401274" y="64463"/>
                  <a:pt x="2518072" y="231565"/>
                  <a:pt x="2380859" y="246128"/>
                </a:cubicBezTo>
                <a:lnTo>
                  <a:pt x="0" y="235968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Scope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818CD7-8D52-2F10-B158-BCC37218007D}"/>
              </a:ext>
            </a:extLst>
          </p:cNvPr>
          <p:cNvSpPr/>
          <p:nvPr/>
        </p:nvSpPr>
        <p:spPr>
          <a:xfrm>
            <a:off x="8600723" y="1425591"/>
            <a:ext cx="2981677" cy="225029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Outcomes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99C4C6-01A7-907E-0204-B9C695AD496A}"/>
              </a:ext>
            </a:extLst>
          </p:cNvPr>
          <p:cNvSpPr txBox="1"/>
          <p:nvPr/>
        </p:nvSpPr>
        <p:spPr>
          <a:xfrm>
            <a:off x="718002" y="2427961"/>
            <a:ext cx="19476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</a:rPr>
              <a:t>A leading cement manufacturer seeking earlier sight of clinker quality and higher TSR</a:t>
            </a:r>
          </a:p>
        </p:txBody>
      </p:sp>
      <p:sp>
        <p:nvSpPr>
          <p:cNvPr id="18" name="sectionheader_6392213410529943052" descr="Super Headline">
            <a:extLst>
              <a:ext uri="{FF2B5EF4-FFF2-40B4-BE49-F238E27FC236}">
                <a16:creationId xmlns:a16="http://schemas.microsoft.com/office/drawing/2014/main" id="{DBF3E8F1-5E1A-60FF-AB9E-A814CDBDB2AB}"/>
              </a:ext>
            </a:extLst>
          </p:cNvPr>
          <p:cNvSpPr txBox="1"/>
          <p:nvPr/>
        </p:nvSpPr>
        <p:spPr>
          <a:xfrm>
            <a:off x="603070" y="77800"/>
            <a:ext cx="1381468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  <a:buSzPct val="75000"/>
            </a:pPr>
            <a:r>
              <a:rPr lang="en-US" sz="1200">
                <a:solidFill>
                  <a:srgbClr val="1A9AFA"/>
                </a:solidFill>
                <a:latin typeface="EYInterstate Light" panose="02000506000000020004" pitchFamily="2" charset="0"/>
                <a:cs typeface="Arial" panose="020B0604020202020204" pitchFamily="34" charset="0"/>
              </a:rPr>
              <a:t>Detailed 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AE946-FC84-6FF2-C4FF-616C607FA6FA}"/>
              </a:ext>
            </a:extLst>
          </p:cNvPr>
          <p:cNvSpPr/>
          <p:nvPr/>
        </p:nvSpPr>
        <p:spPr>
          <a:xfrm>
            <a:off x="10810532" y="0"/>
            <a:ext cx="1381468" cy="749808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r>
              <a:rPr lang="en-US" sz="1200">
                <a:solidFill>
                  <a:schemeClr val="bg1"/>
                </a:solidFill>
              </a:rPr>
              <a:t>Cement — C3S and TSR</a:t>
            </a:r>
          </a:p>
        </p:txBody>
      </p:sp>
    </p:spTree>
    <p:extLst>
      <p:ext uri="{BB962C8B-B14F-4D97-AF65-F5344CB8AC3E}">
        <p14:creationId xmlns:p14="http://schemas.microsoft.com/office/powerpoint/2010/main" val="10278617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7155-8FAE-FFB6-DE46-047F9687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15AF-BF98-62E8-5FD3-7EDF6A14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9875"/>
            <a:ext cx="10058400" cy="591127"/>
          </a:xfrm>
        </p:spPr>
        <p:txBody>
          <a:bodyPr vert="horz" rIns="0"/>
          <a:lstStyle/>
          <a:p>
            <a:r>
              <a:rPr lang="en-IN">
                <a:latin typeface="EYInterstate Light" panose="02000506000000020004" pitchFamily="2" charset="0"/>
              </a:rPr>
              <a:t>Moved 600 rotating assets across four power plants from manual checks to daily condition-based predictive maintenance</a:t>
            </a:r>
          </a:p>
        </p:txBody>
      </p:sp>
      <p:sp>
        <p:nvSpPr>
          <p:cNvPr id="6" name="Freeform 102">
            <a:extLst>
              <a:ext uri="{FF2B5EF4-FFF2-40B4-BE49-F238E27FC236}">
                <a16:creationId xmlns:a16="http://schemas.microsoft.com/office/drawing/2014/main" id="{E8B2DB2D-C764-4E59-9F70-8DD70E572653}"/>
              </a:ext>
            </a:extLst>
          </p:cNvPr>
          <p:cNvSpPr/>
          <p:nvPr/>
        </p:nvSpPr>
        <p:spPr>
          <a:xfrm>
            <a:off x="609601" y="1364459"/>
            <a:ext cx="2164422" cy="3261884"/>
          </a:xfrm>
          <a:custGeom>
            <a:avLst/>
            <a:gdLst/>
            <a:ahLst/>
            <a:cxnLst/>
            <a:rect l="0" t="0" r="0" b="0"/>
            <a:pathLst>
              <a:path w="4930139" h="3581399">
                <a:moveTo>
                  <a:pt x="4907787" y="0"/>
                </a:moveTo>
                <a:lnTo>
                  <a:pt x="4930139" y="0"/>
                </a:lnTo>
                <a:lnTo>
                  <a:pt x="4930139" y="3581399"/>
                </a:lnTo>
                <a:lnTo>
                  <a:pt x="0" y="3581399"/>
                </a:lnTo>
                <a:lnTo>
                  <a:pt x="0" y="865377"/>
                </a:lnTo>
                <a:close/>
                <a:moveTo>
                  <a:pt x="5439155" y="6062471"/>
                </a:moveTo>
              </a:path>
            </a:pathLst>
          </a:custGeom>
          <a:solidFill>
            <a:srgbClr val="1A9A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0" tIns="2412000" rIns="180000" bIns="720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415BFB-EC09-268A-DE97-88D4947B2DEE}"/>
              </a:ext>
            </a:extLst>
          </p:cNvPr>
          <p:cNvSpPr/>
          <p:nvPr/>
        </p:nvSpPr>
        <p:spPr>
          <a:xfrm>
            <a:off x="8600723" y="1414143"/>
            <a:ext cx="2981677" cy="4703385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288000" rIns="36000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Unplanned downtime reduced 75%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Maintenance cost reduced 20%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1,500 man-days saved in the first 6 months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ROI realised in under 1 year</a:t>
            </a:r>
          </a:p>
        </p:txBody>
      </p:sp>
      <p:sp>
        <p:nvSpPr>
          <p:cNvPr id="11" name="Rectangle: Rounded Corners 17">
            <a:extLst>
              <a:ext uri="{FF2B5EF4-FFF2-40B4-BE49-F238E27FC236}">
                <a16:creationId xmlns:a16="http://schemas.microsoft.com/office/drawing/2014/main" id="{D5207D3D-A977-3744-ECB3-A966AA9DC8B5}"/>
              </a:ext>
            </a:extLst>
          </p:cNvPr>
          <p:cNvSpPr/>
          <p:nvPr/>
        </p:nvSpPr>
        <p:spPr>
          <a:xfrm>
            <a:off x="6494168" y="2590415"/>
            <a:ext cx="177796" cy="1165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sz="1199" b="1">
              <a:solidFill>
                <a:schemeClr val="tx1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2994A3-9D14-6727-E416-24554365F9DE}"/>
              </a:ext>
            </a:extLst>
          </p:cNvPr>
          <p:cNvSpPr/>
          <p:nvPr/>
        </p:nvSpPr>
        <p:spPr>
          <a:xfrm>
            <a:off x="2864083" y="2664791"/>
            <a:ext cx="5646580" cy="3452737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63" tIns="252000" rIns="107944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Deployed triaxial vibration sensors on the rotating equipment across the four plants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Measured at every point: vibration in all three directions, noise and temperature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Model computes a severity and health score for each asset on a daily basis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Assets bifurcated into low, medium, high and highest risk categories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Risk, root cause and recommendation issued at equipment level to stop unplanned downtime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Faults covered are mainly bearing faults and mechanical wear — structural looseness, misalignment and rotating looseness</a:t>
            </a:r>
          </a:p>
        </p:txBody>
      </p:sp>
      <p:sp>
        <p:nvSpPr>
          <p:cNvPr id="15" name="Rectangle: Rounded Corners 17">
            <a:extLst>
              <a:ext uri="{FF2B5EF4-FFF2-40B4-BE49-F238E27FC236}">
                <a16:creationId xmlns:a16="http://schemas.microsoft.com/office/drawing/2014/main" id="{61758D05-90F1-AF1A-2BAB-471C6E26DF20}"/>
              </a:ext>
            </a:extLst>
          </p:cNvPr>
          <p:cNvSpPr/>
          <p:nvPr/>
        </p:nvSpPr>
        <p:spPr>
          <a:xfrm>
            <a:off x="2864084" y="2590415"/>
            <a:ext cx="3726384" cy="236309"/>
          </a:xfrm>
          <a:custGeom>
            <a:avLst/>
            <a:gdLst>
              <a:gd name="connsiteX0" fmla="*/ 0 w 2392913"/>
              <a:gd name="connsiteY0" fmla="*/ 64464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8" fmla="*/ 0 w 2392913"/>
              <a:gd name="connsiteY8" fmla="*/ 64464 h 234380"/>
              <a:gd name="connsiteX0" fmla="*/ 0 w 2392913"/>
              <a:gd name="connsiteY0" fmla="*/ 169916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0" fmla="*/ 282998 w 2611447"/>
              <a:gd name="connsiteY0" fmla="*/ 234380 h 234380"/>
              <a:gd name="connsiteX1" fmla="*/ 282998 w 2611447"/>
              <a:gd name="connsiteY1" fmla="*/ 0 h 234380"/>
              <a:gd name="connsiteX2" fmla="*/ 2546983 w 2611447"/>
              <a:gd name="connsiteY2" fmla="*/ 0 h 234380"/>
              <a:gd name="connsiteX3" fmla="*/ 2611447 w 2611447"/>
              <a:gd name="connsiteY3" fmla="*/ 64464 h 234380"/>
              <a:gd name="connsiteX4" fmla="*/ 2611447 w 2611447"/>
              <a:gd name="connsiteY4" fmla="*/ 169916 h 234380"/>
              <a:gd name="connsiteX5" fmla="*/ 2546983 w 2611447"/>
              <a:gd name="connsiteY5" fmla="*/ 234380 h 234380"/>
              <a:gd name="connsiteX6" fmla="*/ 282998 w 2611447"/>
              <a:gd name="connsiteY6" fmla="*/ 234380 h 234380"/>
              <a:gd name="connsiteX0" fmla="*/ 167703 w 2496152"/>
              <a:gd name="connsiteY0" fmla="*/ 234380 h 234380"/>
              <a:gd name="connsiteX1" fmla="*/ 167703 w 2496152"/>
              <a:gd name="connsiteY1" fmla="*/ 0 h 234380"/>
              <a:gd name="connsiteX2" fmla="*/ 2431688 w 2496152"/>
              <a:gd name="connsiteY2" fmla="*/ 0 h 234380"/>
              <a:gd name="connsiteX3" fmla="*/ 2496152 w 2496152"/>
              <a:gd name="connsiteY3" fmla="*/ 64464 h 234380"/>
              <a:gd name="connsiteX4" fmla="*/ 2496152 w 2496152"/>
              <a:gd name="connsiteY4" fmla="*/ 169916 h 234380"/>
              <a:gd name="connsiteX5" fmla="*/ 2431688 w 2496152"/>
              <a:gd name="connsiteY5" fmla="*/ 234380 h 234380"/>
              <a:gd name="connsiteX6" fmla="*/ 167703 w 2496152"/>
              <a:gd name="connsiteY6" fmla="*/ 234380 h 234380"/>
              <a:gd name="connsiteX0" fmla="*/ 0 w 2328449"/>
              <a:gd name="connsiteY0" fmla="*/ 234380 h 234380"/>
              <a:gd name="connsiteX1" fmla="*/ 0 w 2328449"/>
              <a:gd name="connsiteY1" fmla="*/ 0 h 234380"/>
              <a:gd name="connsiteX2" fmla="*/ 2263985 w 2328449"/>
              <a:gd name="connsiteY2" fmla="*/ 0 h 234380"/>
              <a:gd name="connsiteX3" fmla="*/ 2328449 w 2328449"/>
              <a:gd name="connsiteY3" fmla="*/ 64464 h 234380"/>
              <a:gd name="connsiteX4" fmla="*/ 2328449 w 2328449"/>
              <a:gd name="connsiteY4" fmla="*/ 169916 h 234380"/>
              <a:gd name="connsiteX5" fmla="*/ 2263985 w 2328449"/>
              <a:gd name="connsiteY5" fmla="*/ 234380 h 234380"/>
              <a:gd name="connsiteX6" fmla="*/ 0 w 2328449"/>
              <a:gd name="connsiteY6" fmla="*/ 234380 h 234380"/>
              <a:gd name="connsiteX0" fmla="*/ 0 w 2541253"/>
              <a:gd name="connsiteY0" fmla="*/ 237015 h 237015"/>
              <a:gd name="connsiteX1" fmla="*/ 0 w 2541253"/>
              <a:gd name="connsiteY1" fmla="*/ 2635 h 237015"/>
              <a:gd name="connsiteX2" fmla="*/ 2263985 w 2541253"/>
              <a:gd name="connsiteY2" fmla="*/ 2635 h 237015"/>
              <a:gd name="connsiteX3" fmla="*/ 2541253 w 2541253"/>
              <a:gd name="connsiteY3" fmla="*/ 24427 h 237015"/>
              <a:gd name="connsiteX4" fmla="*/ 2328449 w 2541253"/>
              <a:gd name="connsiteY4" fmla="*/ 172551 h 237015"/>
              <a:gd name="connsiteX5" fmla="*/ 2263985 w 2541253"/>
              <a:gd name="connsiteY5" fmla="*/ 237015 h 237015"/>
              <a:gd name="connsiteX6" fmla="*/ 0 w 2541253"/>
              <a:gd name="connsiteY6" fmla="*/ 237015 h 237015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179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74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52337"/>
              <a:gd name="connsiteY0" fmla="*/ 235448 h 235448"/>
              <a:gd name="connsiteX1" fmla="*/ 0 w 2552337"/>
              <a:gd name="connsiteY1" fmla="*/ 1068 h 235448"/>
              <a:gd name="connsiteX2" fmla="*/ 2552337 w 2552337"/>
              <a:gd name="connsiteY2" fmla="*/ 0 h 235448"/>
              <a:gd name="connsiteX3" fmla="*/ 2328449 w 2552337"/>
              <a:gd name="connsiteY3" fmla="*/ 170984 h 235448"/>
              <a:gd name="connsiteX4" fmla="*/ 2263985 w 2552337"/>
              <a:gd name="connsiteY4" fmla="*/ 235448 h 235448"/>
              <a:gd name="connsiteX5" fmla="*/ 0 w 2552337"/>
              <a:gd name="connsiteY5" fmla="*/ 235448 h 235448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96671"/>
              <a:gd name="connsiteY0" fmla="*/ 307838 h 307838"/>
              <a:gd name="connsiteX1" fmla="*/ 0 w 2596671"/>
              <a:gd name="connsiteY1" fmla="*/ 73458 h 307838"/>
              <a:gd name="connsiteX2" fmla="*/ 2596671 w 2596671"/>
              <a:gd name="connsiteY2" fmla="*/ 0 h 307838"/>
              <a:gd name="connsiteX3" fmla="*/ 2439285 w 2596671"/>
              <a:gd name="connsiteY3" fmla="*/ 60494 h 307838"/>
              <a:gd name="connsiteX4" fmla="*/ 2263985 w 2596671"/>
              <a:gd name="connsiteY4" fmla="*/ 307838 h 307838"/>
              <a:gd name="connsiteX5" fmla="*/ 0 w 2596671"/>
              <a:gd name="connsiteY5" fmla="*/ 307838 h 307838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607755 w 2607755"/>
              <a:gd name="connsiteY2" fmla="*/ 49996 h 247344"/>
              <a:gd name="connsiteX3" fmla="*/ 2439285 w 2607755"/>
              <a:gd name="connsiteY3" fmla="*/ 0 h 247344"/>
              <a:gd name="connsiteX4" fmla="*/ 2263985 w 2607755"/>
              <a:gd name="connsiteY4" fmla="*/ 247344 h 247344"/>
              <a:gd name="connsiteX5" fmla="*/ 0 w 2607755"/>
              <a:gd name="connsiteY5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448997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548749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35949 h 235949"/>
              <a:gd name="connsiteX1" fmla="*/ 0 w 2607755"/>
              <a:gd name="connsiteY1" fmla="*/ 1569 h 235949"/>
              <a:gd name="connsiteX2" fmla="*/ 2559833 w 2607755"/>
              <a:gd name="connsiteY2" fmla="*/ 3791 h 235949"/>
              <a:gd name="connsiteX3" fmla="*/ 2607755 w 2607755"/>
              <a:gd name="connsiteY3" fmla="*/ 38601 h 235949"/>
              <a:gd name="connsiteX4" fmla="*/ 2322908 w 2607755"/>
              <a:gd name="connsiteY4" fmla="*/ 7655 h 235949"/>
              <a:gd name="connsiteX5" fmla="*/ 2263985 w 2607755"/>
              <a:gd name="connsiteY5" fmla="*/ 235949 h 235949"/>
              <a:gd name="connsiteX6" fmla="*/ 0 w 2607755"/>
              <a:gd name="connsiteY6" fmla="*/ 235949 h 235949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1365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9308 h 239308"/>
              <a:gd name="connsiteX1" fmla="*/ 0 w 2607755"/>
              <a:gd name="connsiteY1" fmla="*/ 4928 h 239308"/>
              <a:gd name="connsiteX2" fmla="*/ 2543207 w 2607755"/>
              <a:gd name="connsiteY2" fmla="*/ 3340 h 239308"/>
              <a:gd name="connsiteX3" fmla="*/ 2607755 w 2607755"/>
              <a:gd name="connsiteY3" fmla="*/ 41960 h 239308"/>
              <a:gd name="connsiteX4" fmla="*/ 2322908 w 2607755"/>
              <a:gd name="connsiteY4" fmla="*/ 11014 h 239308"/>
              <a:gd name="connsiteX5" fmla="*/ 2263985 w 2607755"/>
              <a:gd name="connsiteY5" fmla="*/ 239308 h 239308"/>
              <a:gd name="connsiteX6" fmla="*/ 0 w 2607755"/>
              <a:gd name="connsiteY6" fmla="*/ 239308 h 239308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5968 h 235968"/>
              <a:gd name="connsiteX1" fmla="*/ 0 w 2607755"/>
              <a:gd name="connsiteY1" fmla="*/ 1588 h 235968"/>
              <a:gd name="connsiteX2" fmla="*/ 2532124 w 2607755"/>
              <a:gd name="connsiteY2" fmla="*/ 0 h 235968"/>
              <a:gd name="connsiteX3" fmla="*/ 2607755 w 2607755"/>
              <a:gd name="connsiteY3" fmla="*/ 38620 h 235968"/>
              <a:gd name="connsiteX4" fmla="*/ 2322908 w 2607755"/>
              <a:gd name="connsiteY4" fmla="*/ 7674 h 235968"/>
              <a:gd name="connsiteX5" fmla="*/ 2263985 w 2607755"/>
              <a:gd name="connsiteY5" fmla="*/ 235968 h 235968"/>
              <a:gd name="connsiteX6" fmla="*/ 0 w 2607755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22908 w 2568963"/>
              <a:gd name="connsiteY4" fmla="*/ 7674 h 235968"/>
              <a:gd name="connsiteX5" fmla="*/ 2263985 w 2568963"/>
              <a:gd name="connsiteY5" fmla="*/ 235968 h 235968"/>
              <a:gd name="connsiteX6" fmla="*/ 0 w 2568963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322908 w 2568963"/>
              <a:gd name="connsiteY5" fmla="*/ 767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16622"/>
              <a:gd name="connsiteY0" fmla="*/ 243534 h 329912"/>
              <a:gd name="connsiteX1" fmla="*/ 0 w 2616622"/>
              <a:gd name="connsiteY1" fmla="*/ 9154 h 329912"/>
              <a:gd name="connsiteX2" fmla="*/ 2532124 w 2616622"/>
              <a:gd name="connsiteY2" fmla="*/ 7566 h 329912"/>
              <a:gd name="connsiteX3" fmla="*/ 2568963 w 2616622"/>
              <a:gd name="connsiteY3" fmla="*/ 145246 h 329912"/>
              <a:gd name="connsiteX4" fmla="*/ 2593083 w 2616622"/>
              <a:gd name="connsiteY4" fmla="*/ 327605 h 329912"/>
              <a:gd name="connsiteX5" fmla="*/ 2616622 w 2616622"/>
              <a:gd name="connsiteY5" fmla="*/ 0 h 329912"/>
              <a:gd name="connsiteX6" fmla="*/ 2263985 w 2616622"/>
              <a:gd name="connsiteY6" fmla="*/ 243534 h 329912"/>
              <a:gd name="connsiteX7" fmla="*/ 0 w 2616622"/>
              <a:gd name="connsiteY7" fmla="*/ 243534 h 329912"/>
              <a:gd name="connsiteX0" fmla="*/ 0 w 2616622"/>
              <a:gd name="connsiteY0" fmla="*/ 243534 h 303510"/>
              <a:gd name="connsiteX1" fmla="*/ 0 w 2616622"/>
              <a:gd name="connsiteY1" fmla="*/ 9154 h 303510"/>
              <a:gd name="connsiteX2" fmla="*/ 2532124 w 2616622"/>
              <a:gd name="connsiteY2" fmla="*/ 7566 h 303510"/>
              <a:gd name="connsiteX3" fmla="*/ 2568963 w 2616622"/>
              <a:gd name="connsiteY3" fmla="*/ 145246 h 303510"/>
              <a:gd name="connsiteX4" fmla="*/ 2476706 w 2616622"/>
              <a:gd name="connsiteY4" fmla="*/ 300935 h 303510"/>
              <a:gd name="connsiteX5" fmla="*/ 2616622 w 2616622"/>
              <a:gd name="connsiteY5" fmla="*/ 0 h 303510"/>
              <a:gd name="connsiteX6" fmla="*/ 2263985 w 2616622"/>
              <a:gd name="connsiteY6" fmla="*/ 243534 h 303510"/>
              <a:gd name="connsiteX7" fmla="*/ 0 w 2616622"/>
              <a:gd name="connsiteY7" fmla="*/ 243534 h 303510"/>
              <a:gd name="connsiteX0" fmla="*/ 0 w 2696708"/>
              <a:gd name="connsiteY0" fmla="*/ 243534 h 322363"/>
              <a:gd name="connsiteX1" fmla="*/ 0 w 2696708"/>
              <a:gd name="connsiteY1" fmla="*/ 9154 h 322363"/>
              <a:gd name="connsiteX2" fmla="*/ 2532124 w 2696708"/>
              <a:gd name="connsiteY2" fmla="*/ 7566 h 322363"/>
              <a:gd name="connsiteX3" fmla="*/ 2568963 w 2696708"/>
              <a:gd name="connsiteY3" fmla="*/ 145246 h 322363"/>
              <a:gd name="connsiteX4" fmla="*/ 2687293 w 2696708"/>
              <a:gd name="connsiteY4" fmla="*/ 319985 h 322363"/>
              <a:gd name="connsiteX5" fmla="*/ 2616622 w 2696708"/>
              <a:gd name="connsiteY5" fmla="*/ 0 h 322363"/>
              <a:gd name="connsiteX6" fmla="*/ 2263985 w 2696708"/>
              <a:gd name="connsiteY6" fmla="*/ 243534 h 322363"/>
              <a:gd name="connsiteX7" fmla="*/ 0 w 2696708"/>
              <a:gd name="connsiteY7" fmla="*/ 243534 h 322363"/>
              <a:gd name="connsiteX0" fmla="*/ 0 w 2687293"/>
              <a:gd name="connsiteY0" fmla="*/ 243534 h 320267"/>
              <a:gd name="connsiteX1" fmla="*/ 0 w 2687293"/>
              <a:gd name="connsiteY1" fmla="*/ 9154 h 320267"/>
              <a:gd name="connsiteX2" fmla="*/ 2532124 w 2687293"/>
              <a:gd name="connsiteY2" fmla="*/ 7566 h 320267"/>
              <a:gd name="connsiteX3" fmla="*/ 2568963 w 2687293"/>
              <a:gd name="connsiteY3" fmla="*/ 145246 h 320267"/>
              <a:gd name="connsiteX4" fmla="*/ 2687293 w 2687293"/>
              <a:gd name="connsiteY4" fmla="*/ 319985 h 320267"/>
              <a:gd name="connsiteX5" fmla="*/ 2616622 w 2687293"/>
              <a:gd name="connsiteY5" fmla="*/ 0 h 320267"/>
              <a:gd name="connsiteX6" fmla="*/ 2263985 w 2687293"/>
              <a:gd name="connsiteY6" fmla="*/ 243534 h 320267"/>
              <a:gd name="connsiteX7" fmla="*/ 0 w 2687293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568963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496921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368"/>
              <a:gd name="connsiteX1" fmla="*/ 0 w 2688142"/>
              <a:gd name="connsiteY1" fmla="*/ 9154 h 320368"/>
              <a:gd name="connsiteX2" fmla="*/ 2532124 w 2688142"/>
              <a:gd name="connsiteY2" fmla="*/ 7566 h 320368"/>
              <a:gd name="connsiteX3" fmla="*/ 2524629 w 2688142"/>
              <a:gd name="connsiteY3" fmla="*/ 202396 h 320368"/>
              <a:gd name="connsiteX4" fmla="*/ 2687293 w 2688142"/>
              <a:gd name="connsiteY4" fmla="*/ 319985 h 320368"/>
              <a:gd name="connsiteX5" fmla="*/ 2616622 w 2688142"/>
              <a:gd name="connsiteY5" fmla="*/ 0 h 320368"/>
              <a:gd name="connsiteX6" fmla="*/ 2263985 w 2688142"/>
              <a:gd name="connsiteY6" fmla="*/ 243534 h 320368"/>
              <a:gd name="connsiteX7" fmla="*/ 0 w 2688142"/>
              <a:gd name="connsiteY7" fmla="*/ 243534 h 32036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25965"/>
              <a:gd name="connsiteY0" fmla="*/ 243699 h 243699"/>
              <a:gd name="connsiteX1" fmla="*/ 0 w 2625965"/>
              <a:gd name="connsiteY1" fmla="*/ 9319 h 243699"/>
              <a:gd name="connsiteX2" fmla="*/ 2532124 w 2625965"/>
              <a:gd name="connsiteY2" fmla="*/ 7731 h 243699"/>
              <a:gd name="connsiteX3" fmla="*/ 2524629 w 2625965"/>
              <a:gd name="connsiteY3" fmla="*/ 202561 h 243699"/>
              <a:gd name="connsiteX4" fmla="*/ 2616622 w 2625965"/>
              <a:gd name="connsiteY4" fmla="*/ 165 h 243699"/>
              <a:gd name="connsiteX5" fmla="*/ 2263985 w 2625965"/>
              <a:gd name="connsiteY5" fmla="*/ 243699 h 243699"/>
              <a:gd name="connsiteX6" fmla="*/ 0 w 2625965"/>
              <a:gd name="connsiteY6" fmla="*/ 243699 h 243699"/>
              <a:gd name="connsiteX0" fmla="*/ 0 w 2763149"/>
              <a:gd name="connsiteY0" fmla="*/ 259531 h 259531"/>
              <a:gd name="connsiteX1" fmla="*/ 0 w 2763149"/>
              <a:gd name="connsiteY1" fmla="*/ 25151 h 259531"/>
              <a:gd name="connsiteX2" fmla="*/ 2532124 w 2763149"/>
              <a:gd name="connsiteY2" fmla="*/ 23563 h 259531"/>
              <a:gd name="connsiteX3" fmla="*/ 2616622 w 2763149"/>
              <a:gd name="connsiteY3" fmla="*/ 15997 h 259531"/>
              <a:gd name="connsiteX4" fmla="*/ 2263985 w 2763149"/>
              <a:gd name="connsiteY4" fmla="*/ 259531 h 259531"/>
              <a:gd name="connsiteX5" fmla="*/ 0 w 2763149"/>
              <a:gd name="connsiteY5" fmla="*/ 259531 h 259531"/>
              <a:gd name="connsiteX0" fmla="*/ 0 w 2724840"/>
              <a:gd name="connsiteY0" fmla="*/ 235968 h 235968"/>
              <a:gd name="connsiteX1" fmla="*/ 0 w 2724840"/>
              <a:gd name="connsiteY1" fmla="*/ 1588 h 235968"/>
              <a:gd name="connsiteX2" fmla="*/ 2532124 w 2724840"/>
              <a:gd name="connsiteY2" fmla="*/ 0 h 235968"/>
              <a:gd name="connsiteX3" fmla="*/ 2263985 w 2724840"/>
              <a:gd name="connsiteY3" fmla="*/ 235968 h 235968"/>
              <a:gd name="connsiteX4" fmla="*/ 0 w 2724840"/>
              <a:gd name="connsiteY4" fmla="*/ 235968 h 235968"/>
              <a:gd name="connsiteX0" fmla="*/ 0 w 2532123"/>
              <a:gd name="connsiteY0" fmla="*/ 235968 h 235968"/>
              <a:gd name="connsiteX1" fmla="*/ 0 w 2532123"/>
              <a:gd name="connsiteY1" fmla="*/ 1588 h 235968"/>
              <a:gd name="connsiteX2" fmla="*/ 2532124 w 2532123"/>
              <a:gd name="connsiteY2" fmla="*/ 0 h 235968"/>
              <a:gd name="connsiteX3" fmla="*/ 2263985 w 2532123"/>
              <a:gd name="connsiteY3" fmla="*/ 235968 h 235968"/>
              <a:gd name="connsiteX4" fmla="*/ 0 w 2532123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153150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6103"/>
              <a:gd name="connsiteX1" fmla="*/ 0 w 2532124"/>
              <a:gd name="connsiteY1" fmla="*/ 1588 h 236103"/>
              <a:gd name="connsiteX2" fmla="*/ 2532124 w 2532124"/>
              <a:gd name="connsiteY2" fmla="*/ 0 h 236103"/>
              <a:gd name="connsiteX3" fmla="*/ 2153150 w 2532124"/>
              <a:gd name="connsiteY3" fmla="*/ 235968 h 236103"/>
              <a:gd name="connsiteX4" fmla="*/ 0 w 2532124"/>
              <a:gd name="connsiteY4" fmla="*/ 235968 h 236103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49807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49807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430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085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2124" h="246128">
                <a:moveTo>
                  <a:pt x="0" y="235968"/>
                </a:moveTo>
                <a:lnTo>
                  <a:pt x="0" y="1588"/>
                </a:lnTo>
                <a:lnTo>
                  <a:pt x="2532124" y="0"/>
                </a:lnTo>
                <a:cubicBezTo>
                  <a:pt x="2401274" y="64463"/>
                  <a:pt x="2518072" y="231565"/>
                  <a:pt x="2380859" y="246128"/>
                </a:cubicBezTo>
                <a:lnTo>
                  <a:pt x="0" y="235968"/>
                </a:lnTo>
                <a:close/>
              </a:path>
            </a:pathLst>
          </a:cu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Approach</a:t>
            </a:r>
          </a:p>
        </p:txBody>
      </p:sp>
      <p:sp>
        <p:nvSpPr>
          <p:cNvPr id="17" name="Rectangle: Rounded Corners 17">
            <a:extLst>
              <a:ext uri="{FF2B5EF4-FFF2-40B4-BE49-F238E27FC236}">
                <a16:creationId xmlns:a16="http://schemas.microsoft.com/office/drawing/2014/main" id="{E68E4042-6D0E-DFF7-8501-0F39B61B0B56}"/>
              </a:ext>
            </a:extLst>
          </p:cNvPr>
          <p:cNvSpPr/>
          <p:nvPr/>
        </p:nvSpPr>
        <p:spPr>
          <a:xfrm>
            <a:off x="6475880" y="1351280"/>
            <a:ext cx="177796" cy="1165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sz="1199" b="1">
              <a:solidFill>
                <a:schemeClr val="tx1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21657C-1D9A-6025-6D0C-C23D1EA62B74}"/>
              </a:ext>
            </a:extLst>
          </p:cNvPr>
          <p:cNvSpPr/>
          <p:nvPr/>
        </p:nvSpPr>
        <p:spPr>
          <a:xfrm>
            <a:off x="2864083" y="1425657"/>
            <a:ext cx="5646580" cy="118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63" tIns="252000" rIns="107944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Cover 600 assets across four plants with condition-based predictive maintenance for rotating equipment</a:t>
            </a:r>
          </a:p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Move from manual checks to a daily health view of every covered asset</a:t>
            </a:r>
          </a:p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Give the maintenance team the root cause and the action, not just an alarm</a:t>
            </a:r>
          </a:p>
        </p:txBody>
      </p:sp>
      <p:sp>
        <p:nvSpPr>
          <p:cNvPr id="21" name="Rectangle: Rounded Corners 17">
            <a:extLst>
              <a:ext uri="{FF2B5EF4-FFF2-40B4-BE49-F238E27FC236}">
                <a16:creationId xmlns:a16="http://schemas.microsoft.com/office/drawing/2014/main" id="{9590CAAE-03BA-4D44-A382-012D117D427E}"/>
              </a:ext>
            </a:extLst>
          </p:cNvPr>
          <p:cNvSpPr/>
          <p:nvPr/>
        </p:nvSpPr>
        <p:spPr>
          <a:xfrm>
            <a:off x="2864084" y="1351280"/>
            <a:ext cx="3726384" cy="236309"/>
          </a:xfrm>
          <a:custGeom>
            <a:avLst/>
            <a:gdLst>
              <a:gd name="connsiteX0" fmla="*/ 0 w 2392913"/>
              <a:gd name="connsiteY0" fmla="*/ 64464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8" fmla="*/ 0 w 2392913"/>
              <a:gd name="connsiteY8" fmla="*/ 64464 h 234380"/>
              <a:gd name="connsiteX0" fmla="*/ 0 w 2392913"/>
              <a:gd name="connsiteY0" fmla="*/ 169916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0" fmla="*/ 282998 w 2611447"/>
              <a:gd name="connsiteY0" fmla="*/ 234380 h 234380"/>
              <a:gd name="connsiteX1" fmla="*/ 282998 w 2611447"/>
              <a:gd name="connsiteY1" fmla="*/ 0 h 234380"/>
              <a:gd name="connsiteX2" fmla="*/ 2546983 w 2611447"/>
              <a:gd name="connsiteY2" fmla="*/ 0 h 234380"/>
              <a:gd name="connsiteX3" fmla="*/ 2611447 w 2611447"/>
              <a:gd name="connsiteY3" fmla="*/ 64464 h 234380"/>
              <a:gd name="connsiteX4" fmla="*/ 2611447 w 2611447"/>
              <a:gd name="connsiteY4" fmla="*/ 169916 h 234380"/>
              <a:gd name="connsiteX5" fmla="*/ 2546983 w 2611447"/>
              <a:gd name="connsiteY5" fmla="*/ 234380 h 234380"/>
              <a:gd name="connsiteX6" fmla="*/ 282998 w 2611447"/>
              <a:gd name="connsiteY6" fmla="*/ 234380 h 234380"/>
              <a:gd name="connsiteX0" fmla="*/ 167703 w 2496152"/>
              <a:gd name="connsiteY0" fmla="*/ 234380 h 234380"/>
              <a:gd name="connsiteX1" fmla="*/ 167703 w 2496152"/>
              <a:gd name="connsiteY1" fmla="*/ 0 h 234380"/>
              <a:gd name="connsiteX2" fmla="*/ 2431688 w 2496152"/>
              <a:gd name="connsiteY2" fmla="*/ 0 h 234380"/>
              <a:gd name="connsiteX3" fmla="*/ 2496152 w 2496152"/>
              <a:gd name="connsiteY3" fmla="*/ 64464 h 234380"/>
              <a:gd name="connsiteX4" fmla="*/ 2496152 w 2496152"/>
              <a:gd name="connsiteY4" fmla="*/ 169916 h 234380"/>
              <a:gd name="connsiteX5" fmla="*/ 2431688 w 2496152"/>
              <a:gd name="connsiteY5" fmla="*/ 234380 h 234380"/>
              <a:gd name="connsiteX6" fmla="*/ 167703 w 2496152"/>
              <a:gd name="connsiteY6" fmla="*/ 234380 h 234380"/>
              <a:gd name="connsiteX0" fmla="*/ 0 w 2328449"/>
              <a:gd name="connsiteY0" fmla="*/ 234380 h 234380"/>
              <a:gd name="connsiteX1" fmla="*/ 0 w 2328449"/>
              <a:gd name="connsiteY1" fmla="*/ 0 h 234380"/>
              <a:gd name="connsiteX2" fmla="*/ 2263985 w 2328449"/>
              <a:gd name="connsiteY2" fmla="*/ 0 h 234380"/>
              <a:gd name="connsiteX3" fmla="*/ 2328449 w 2328449"/>
              <a:gd name="connsiteY3" fmla="*/ 64464 h 234380"/>
              <a:gd name="connsiteX4" fmla="*/ 2328449 w 2328449"/>
              <a:gd name="connsiteY4" fmla="*/ 169916 h 234380"/>
              <a:gd name="connsiteX5" fmla="*/ 2263985 w 2328449"/>
              <a:gd name="connsiteY5" fmla="*/ 234380 h 234380"/>
              <a:gd name="connsiteX6" fmla="*/ 0 w 2328449"/>
              <a:gd name="connsiteY6" fmla="*/ 234380 h 234380"/>
              <a:gd name="connsiteX0" fmla="*/ 0 w 2541253"/>
              <a:gd name="connsiteY0" fmla="*/ 237015 h 237015"/>
              <a:gd name="connsiteX1" fmla="*/ 0 w 2541253"/>
              <a:gd name="connsiteY1" fmla="*/ 2635 h 237015"/>
              <a:gd name="connsiteX2" fmla="*/ 2263985 w 2541253"/>
              <a:gd name="connsiteY2" fmla="*/ 2635 h 237015"/>
              <a:gd name="connsiteX3" fmla="*/ 2541253 w 2541253"/>
              <a:gd name="connsiteY3" fmla="*/ 24427 h 237015"/>
              <a:gd name="connsiteX4" fmla="*/ 2328449 w 2541253"/>
              <a:gd name="connsiteY4" fmla="*/ 172551 h 237015"/>
              <a:gd name="connsiteX5" fmla="*/ 2263985 w 2541253"/>
              <a:gd name="connsiteY5" fmla="*/ 237015 h 237015"/>
              <a:gd name="connsiteX6" fmla="*/ 0 w 2541253"/>
              <a:gd name="connsiteY6" fmla="*/ 237015 h 237015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179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74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52337"/>
              <a:gd name="connsiteY0" fmla="*/ 235448 h 235448"/>
              <a:gd name="connsiteX1" fmla="*/ 0 w 2552337"/>
              <a:gd name="connsiteY1" fmla="*/ 1068 h 235448"/>
              <a:gd name="connsiteX2" fmla="*/ 2552337 w 2552337"/>
              <a:gd name="connsiteY2" fmla="*/ 0 h 235448"/>
              <a:gd name="connsiteX3" fmla="*/ 2328449 w 2552337"/>
              <a:gd name="connsiteY3" fmla="*/ 170984 h 235448"/>
              <a:gd name="connsiteX4" fmla="*/ 2263985 w 2552337"/>
              <a:gd name="connsiteY4" fmla="*/ 235448 h 235448"/>
              <a:gd name="connsiteX5" fmla="*/ 0 w 2552337"/>
              <a:gd name="connsiteY5" fmla="*/ 235448 h 235448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96671"/>
              <a:gd name="connsiteY0" fmla="*/ 307838 h 307838"/>
              <a:gd name="connsiteX1" fmla="*/ 0 w 2596671"/>
              <a:gd name="connsiteY1" fmla="*/ 73458 h 307838"/>
              <a:gd name="connsiteX2" fmla="*/ 2596671 w 2596671"/>
              <a:gd name="connsiteY2" fmla="*/ 0 h 307838"/>
              <a:gd name="connsiteX3" fmla="*/ 2439285 w 2596671"/>
              <a:gd name="connsiteY3" fmla="*/ 60494 h 307838"/>
              <a:gd name="connsiteX4" fmla="*/ 2263985 w 2596671"/>
              <a:gd name="connsiteY4" fmla="*/ 307838 h 307838"/>
              <a:gd name="connsiteX5" fmla="*/ 0 w 2596671"/>
              <a:gd name="connsiteY5" fmla="*/ 307838 h 307838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607755 w 2607755"/>
              <a:gd name="connsiteY2" fmla="*/ 49996 h 247344"/>
              <a:gd name="connsiteX3" fmla="*/ 2439285 w 2607755"/>
              <a:gd name="connsiteY3" fmla="*/ 0 h 247344"/>
              <a:gd name="connsiteX4" fmla="*/ 2263985 w 2607755"/>
              <a:gd name="connsiteY4" fmla="*/ 247344 h 247344"/>
              <a:gd name="connsiteX5" fmla="*/ 0 w 2607755"/>
              <a:gd name="connsiteY5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448997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548749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35949 h 235949"/>
              <a:gd name="connsiteX1" fmla="*/ 0 w 2607755"/>
              <a:gd name="connsiteY1" fmla="*/ 1569 h 235949"/>
              <a:gd name="connsiteX2" fmla="*/ 2559833 w 2607755"/>
              <a:gd name="connsiteY2" fmla="*/ 3791 h 235949"/>
              <a:gd name="connsiteX3" fmla="*/ 2607755 w 2607755"/>
              <a:gd name="connsiteY3" fmla="*/ 38601 h 235949"/>
              <a:gd name="connsiteX4" fmla="*/ 2322908 w 2607755"/>
              <a:gd name="connsiteY4" fmla="*/ 7655 h 235949"/>
              <a:gd name="connsiteX5" fmla="*/ 2263985 w 2607755"/>
              <a:gd name="connsiteY5" fmla="*/ 235949 h 235949"/>
              <a:gd name="connsiteX6" fmla="*/ 0 w 2607755"/>
              <a:gd name="connsiteY6" fmla="*/ 235949 h 235949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1365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9308 h 239308"/>
              <a:gd name="connsiteX1" fmla="*/ 0 w 2607755"/>
              <a:gd name="connsiteY1" fmla="*/ 4928 h 239308"/>
              <a:gd name="connsiteX2" fmla="*/ 2543207 w 2607755"/>
              <a:gd name="connsiteY2" fmla="*/ 3340 h 239308"/>
              <a:gd name="connsiteX3" fmla="*/ 2607755 w 2607755"/>
              <a:gd name="connsiteY3" fmla="*/ 41960 h 239308"/>
              <a:gd name="connsiteX4" fmla="*/ 2322908 w 2607755"/>
              <a:gd name="connsiteY4" fmla="*/ 11014 h 239308"/>
              <a:gd name="connsiteX5" fmla="*/ 2263985 w 2607755"/>
              <a:gd name="connsiteY5" fmla="*/ 239308 h 239308"/>
              <a:gd name="connsiteX6" fmla="*/ 0 w 2607755"/>
              <a:gd name="connsiteY6" fmla="*/ 239308 h 239308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5968 h 235968"/>
              <a:gd name="connsiteX1" fmla="*/ 0 w 2607755"/>
              <a:gd name="connsiteY1" fmla="*/ 1588 h 235968"/>
              <a:gd name="connsiteX2" fmla="*/ 2532124 w 2607755"/>
              <a:gd name="connsiteY2" fmla="*/ 0 h 235968"/>
              <a:gd name="connsiteX3" fmla="*/ 2607755 w 2607755"/>
              <a:gd name="connsiteY3" fmla="*/ 38620 h 235968"/>
              <a:gd name="connsiteX4" fmla="*/ 2322908 w 2607755"/>
              <a:gd name="connsiteY4" fmla="*/ 7674 h 235968"/>
              <a:gd name="connsiteX5" fmla="*/ 2263985 w 2607755"/>
              <a:gd name="connsiteY5" fmla="*/ 235968 h 235968"/>
              <a:gd name="connsiteX6" fmla="*/ 0 w 2607755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22908 w 2568963"/>
              <a:gd name="connsiteY4" fmla="*/ 7674 h 235968"/>
              <a:gd name="connsiteX5" fmla="*/ 2263985 w 2568963"/>
              <a:gd name="connsiteY5" fmla="*/ 235968 h 235968"/>
              <a:gd name="connsiteX6" fmla="*/ 0 w 2568963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322908 w 2568963"/>
              <a:gd name="connsiteY5" fmla="*/ 767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16622"/>
              <a:gd name="connsiteY0" fmla="*/ 243534 h 329912"/>
              <a:gd name="connsiteX1" fmla="*/ 0 w 2616622"/>
              <a:gd name="connsiteY1" fmla="*/ 9154 h 329912"/>
              <a:gd name="connsiteX2" fmla="*/ 2532124 w 2616622"/>
              <a:gd name="connsiteY2" fmla="*/ 7566 h 329912"/>
              <a:gd name="connsiteX3" fmla="*/ 2568963 w 2616622"/>
              <a:gd name="connsiteY3" fmla="*/ 145246 h 329912"/>
              <a:gd name="connsiteX4" fmla="*/ 2593083 w 2616622"/>
              <a:gd name="connsiteY4" fmla="*/ 327605 h 329912"/>
              <a:gd name="connsiteX5" fmla="*/ 2616622 w 2616622"/>
              <a:gd name="connsiteY5" fmla="*/ 0 h 329912"/>
              <a:gd name="connsiteX6" fmla="*/ 2263985 w 2616622"/>
              <a:gd name="connsiteY6" fmla="*/ 243534 h 329912"/>
              <a:gd name="connsiteX7" fmla="*/ 0 w 2616622"/>
              <a:gd name="connsiteY7" fmla="*/ 243534 h 329912"/>
              <a:gd name="connsiteX0" fmla="*/ 0 w 2616622"/>
              <a:gd name="connsiteY0" fmla="*/ 243534 h 303510"/>
              <a:gd name="connsiteX1" fmla="*/ 0 w 2616622"/>
              <a:gd name="connsiteY1" fmla="*/ 9154 h 303510"/>
              <a:gd name="connsiteX2" fmla="*/ 2532124 w 2616622"/>
              <a:gd name="connsiteY2" fmla="*/ 7566 h 303510"/>
              <a:gd name="connsiteX3" fmla="*/ 2568963 w 2616622"/>
              <a:gd name="connsiteY3" fmla="*/ 145246 h 303510"/>
              <a:gd name="connsiteX4" fmla="*/ 2476706 w 2616622"/>
              <a:gd name="connsiteY4" fmla="*/ 300935 h 303510"/>
              <a:gd name="connsiteX5" fmla="*/ 2616622 w 2616622"/>
              <a:gd name="connsiteY5" fmla="*/ 0 h 303510"/>
              <a:gd name="connsiteX6" fmla="*/ 2263985 w 2616622"/>
              <a:gd name="connsiteY6" fmla="*/ 243534 h 303510"/>
              <a:gd name="connsiteX7" fmla="*/ 0 w 2616622"/>
              <a:gd name="connsiteY7" fmla="*/ 243534 h 303510"/>
              <a:gd name="connsiteX0" fmla="*/ 0 w 2696708"/>
              <a:gd name="connsiteY0" fmla="*/ 243534 h 322363"/>
              <a:gd name="connsiteX1" fmla="*/ 0 w 2696708"/>
              <a:gd name="connsiteY1" fmla="*/ 9154 h 322363"/>
              <a:gd name="connsiteX2" fmla="*/ 2532124 w 2696708"/>
              <a:gd name="connsiteY2" fmla="*/ 7566 h 322363"/>
              <a:gd name="connsiteX3" fmla="*/ 2568963 w 2696708"/>
              <a:gd name="connsiteY3" fmla="*/ 145246 h 322363"/>
              <a:gd name="connsiteX4" fmla="*/ 2687293 w 2696708"/>
              <a:gd name="connsiteY4" fmla="*/ 319985 h 322363"/>
              <a:gd name="connsiteX5" fmla="*/ 2616622 w 2696708"/>
              <a:gd name="connsiteY5" fmla="*/ 0 h 322363"/>
              <a:gd name="connsiteX6" fmla="*/ 2263985 w 2696708"/>
              <a:gd name="connsiteY6" fmla="*/ 243534 h 322363"/>
              <a:gd name="connsiteX7" fmla="*/ 0 w 2696708"/>
              <a:gd name="connsiteY7" fmla="*/ 243534 h 322363"/>
              <a:gd name="connsiteX0" fmla="*/ 0 w 2687293"/>
              <a:gd name="connsiteY0" fmla="*/ 243534 h 320267"/>
              <a:gd name="connsiteX1" fmla="*/ 0 w 2687293"/>
              <a:gd name="connsiteY1" fmla="*/ 9154 h 320267"/>
              <a:gd name="connsiteX2" fmla="*/ 2532124 w 2687293"/>
              <a:gd name="connsiteY2" fmla="*/ 7566 h 320267"/>
              <a:gd name="connsiteX3" fmla="*/ 2568963 w 2687293"/>
              <a:gd name="connsiteY3" fmla="*/ 145246 h 320267"/>
              <a:gd name="connsiteX4" fmla="*/ 2687293 w 2687293"/>
              <a:gd name="connsiteY4" fmla="*/ 319985 h 320267"/>
              <a:gd name="connsiteX5" fmla="*/ 2616622 w 2687293"/>
              <a:gd name="connsiteY5" fmla="*/ 0 h 320267"/>
              <a:gd name="connsiteX6" fmla="*/ 2263985 w 2687293"/>
              <a:gd name="connsiteY6" fmla="*/ 243534 h 320267"/>
              <a:gd name="connsiteX7" fmla="*/ 0 w 2687293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568963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496921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368"/>
              <a:gd name="connsiteX1" fmla="*/ 0 w 2688142"/>
              <a:gd name="connsiteY1" fmla="*/ 9154 h 320368"/>
              <a:gd name="connsiteX2" fmla="*/ 2532124 w 2688142"/>
              <a:gd name="connsiteY2" fmla="*/ 7566 h 320368"/>
              <a:gd name="connsiteX3" fmla="*/ 2524629 w 2688142"/>
              <a:gd name="connsiteY3" fmla="*/ 202396 h 320368"/>
              <a:gd name="connsiteX4" fmla="*/ 2687293 w 2688142"/>
              <a:gd name="connsiteY4" fmla="*/ 319985 h 320368"/>
              <a:gd name="connsiteX5" fmla="*/ 2616622 w 2688142"/>
              <a:gd name="connsiteY5" fmla="*/ 0 h 320368"/>
              <a:gd name="connsiteX6" fmla="*/ 2263985 w 2688142"/>
              <a:gd name="connsiteY6" fmla="*/ 243534 h 320368"/>
              <a:gd name="connsiteX7" fmla="*/ 0 w 2688142"/>
              <a:gd name="connsiteY7" fmla="*/ 243534 h 32036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25965"/>
              <a:gd name="connsiteY0" fmla="*/ 243699 h 243699"/>
              <a:gd name="connsiteX1" fmla="*/ 0 w 2625965"/>
              <a:gd name="connsiteY1" fmla="*/ 9319 h 243699"/>
              <a:gd name="connsiteX2" fmla="*/ 2532124 w 2625965"/>
              <a:gd name="connsiteY2" fmla="*/ 7731 h 243699"/>
              <a:gd name="connsiteX3" fmla="*/ 2524629 w 2625965"/>
              <a:gd name="connsiteY3" fmla="*/ 202561 h 243699"/>
              <a:gd name="connsiteX4" fmla="*/ 2616622 w 2625965"/>
              <a:gd name="connsiteY4" fmla="*/ 165 h 243699"/>
              <a:gd name="connsiteX5" fmla="*/ 2263985 w 2625965"/>
              <a:gd name="connsiteY5" fmla="*/ 243699 h 243699"/>
              <a:gd name="connsiteX6" fmla="*/ 0 w 2625965"/>
              <a:gd name="connsiteY6" fmla="*/ 243699 h 243699"/>
              <a:gd name="connsiteX0" fmla="*/ 0 w 2763149"/>
              <a:gd name="connsiteY0" fmla="*/ 259531 h 259531"/>
              <a:gd name="connsiteX1" fmla="*/ 0 w 2763149"/>
              <a:gd name="connsiteY1" fmla="*/ 25151 h 259531"/>
              <a:gd name="connsiteX2" fmla="*/ 2532124 w 2763149"/>
              <a:gd name="connsiteY2" fmla="*/ 23563 h 259531"/>
              <a:gd name="connsiteX3" fmla="*/ 2616622 w 2763149"/>
              <a:gd name="connsiteY3" fmla="*/ 15997 h 259531"/>
              <a:gd name="connsiteX4" fmla="*/ 2263985 w 2763149"/>
              <a:gd name="connsiteY4" fmla="*/ 259531 h 259531"/>
              <a:gd name="connsiteX5" fmla="*/ 0 w 2763149"/>
              <a:gd name="connsiteY5" fmla="*/ 259531 h 259531"/>
              <a:gd name="connsiteX0" fmla="*/ 0 w 2724840"/>
              <a:gd name="connsiteY0" fmla="*/ 235968 h 235968"/>
              <a:gd name="connsiteX1" fmla="*/ 0 w 2724840"/>
              <a:gd name="connsiteY1" fmla="*/ 1588 h 235968"/>
              <a:gd name="connsiteX2" fmla="*/ 2532124 w 2724840"/>
              <a:gd name="connsiteY2" fmla="*/ 0 h 235968"/>
              <a:gd name="connsiteX3" fmla="*/ 2263985 w 2724840"/>
              <a:gd name="connsiteY3" fmla="*/ 235968 h 235968"/>
              <a:gd name="connsiteX4" fmla="*/ 0 w 2724840"/>
              <a:gd name="connsiteY4" fmla="*/ 235968 h 235968"/>
              <a:gd name="connsiteX0" fmla="*/ 0 w 2532123"/>
              <a:gd name="connsiteY0" fmla="*/ 235968 h 235968"/>
              <a:gd name="connsiteX1" fmla="*/ 0 w 2532123"/>
              <a:gd name="connsiteY1" fmla="*/ 1588 h 235968"/>
              <a:gd name="connsiteX2" fmla="*/ 2532124 w 2532123"/>
              <a:gd name="connsiteY2" fmla="*/ 0 h 235968"/>
              <a:gd name="connsiteX3" fmla="*/ 2263985 w 2532123"/>
              <a:gd name="connsiteY3" fmla="*/ 235968 h 235968"/>
              <a:gd name="connsiteX4" fmla="*/ 0 w 2532123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153150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6103"/>
              <a:gd name="connsiteX1" fmla="*/ 0 w 2532124"/>
              <a:gd name="connsiteY1" fmla="*/ 1588 h 236103"/>
              <a:gd name="connsiteX2" fmla="*/ 2532124 w 2532124"/>
              <a:gd name="connsiteY2" fmla="*/ 0 h 236103"/>
              <a:gd name="connsiteX3" fmla="*/ 2153150 w 2532124"/>
              <a:gd name="connsiteY3" fmla="*/ 235968 h 236103"/>
              <a:gd name="connsiteX4" fmla="*/ 0 w 2532124"/>
              <a:gd name="connsiteY4" fmla="*/ 235968 h 236103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49807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49807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430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085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2124" h="246128">
                <a:moveTo>
                  <a:pt x="0" y="235968"/>
                </a:moveTo>
                <a:lnTo>
                  <a:pt x="0" y="1588"/>
                </a:lnTo>
                <a:lnTo>
                  <a:pt x="2532124" y="0"/>
                </a:lnTo>
                <a:cubicBezTo>
                  <a:pt x="2401274" y="64463"/>
                  <a:pt x="2518072" y="231565"/>
                  <a:pt x="2380859" y="246128"/>
                </a:cubicBezTo>
                <a:lnTo>
                  <a:pt x="0" y="235968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Scope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818CD7-8D52-2F10-B158-BCC37218007D}"/>
              </a:ext>
            </a:extLst>
          </p:cNvPr>
          <p:cNvSpPr/>
          <p:nvPr/>
        </p:nvSpPr>
        <p:spPr>
          <a:xfrm>
            <a:off x="8600723" y="1425591"/>
            <a:ext cx="2981677" cy="225029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Outcomes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99C4C6-01A7-907E-0204-B9C695AD496A}"/>
              </a:ext>
            </a:extLst>
          </p:cNvPr>
          <p:cNvSpPr txBox="1"/>
          <p:nvPr/>
        </p:nvSpPr>
        <p:spPr>
          <a:xfrm>
            <a:off x="718002" y="2427961"/>
            <a:ext cx="19476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</a:rPr>
              <a:t>A leading thermal power producer checking rotating equipment manually at four plants</a:t>
            </a:r>
          </a:p>
        </p:txBody>
      </p:sp>
      <p:sp>
        <p:nvSpPr>
          <p:cNvPr id="18" name="sectionheader_6392213410529943052" descr="Super Headline">
            <a:extLst>
              <a:ext uri="{FF2B5EF4-FFF2-40B4-BE49-F238E27FC236}">
                <a16:creationId xmlns:a16="http://schemas.microsoft.com/office/drawing/2014/main" id="{DBF3E8F1-5E1A-60FF-AB9E-A814CDBDB2AB}"/>
              </a:ext>
            </a:extLst>
          </p:cNvPr>
          <p:cNvSpPr txBox="1"/>
          <p:nvPr/>
        </p:nvSpPr>
        <p:spPr>
          <a:xfrm>
            <a:off x="603070" y="77800"/>
            <a:ext cx="1381468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  <a:buSzPct val="75000"/>
            </a:pPr>
            <a:r>
              <a:rPr lang="en-US" sz="1200">
                <a:solidFill>
                  <a:srgbClr val="1A9AFA"/>
                </a:solidFill>
                <a:latin typeface="EYInterstate Light" panose="02000506000000020004" pitchFamily="2" charset="0"/>
                <a:cs typeface="Arial" panose="020B0604020202020204" pitchFamily="34" charset="0"/>
              </a:rPr>
              <a:t>Detailed 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AE946-FC84-6FF2-C4FF-616C607FA6FA}"/>
              </a:ext>
            </a:extLst>
          </p:cNvPr>
          <p:cNvSpPr/>
          <p:nvPr/>
        </p:nvSpPr>
        <p:spPr>
          <a:xfrm>
            <a:off x="10810532" y="0"/>
            <a:ext cx="1381468" cy="749808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r>
              <a:rPr lang="en-US" sz="1200">
                <a:solidFill>
                  <a:schemeClr val="bg1"/>
                </a:solidFill>
              </a:rPr>
              <a:t>Thermal power — CBM</a:t>
            </a:r>
          </a:p>
        </p:txBody>
      </p:sp>
    </p:spTree>
    <p:extLst>
      <p:ext uri="{BB962C8B-B14F-4D97-AF65-F5344CB8AC3E}">
        <p14:creationId xmlns:p14="http://schemas.microsoft.com/office/powerpoint/2010/main" val="10278617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7155-8FAE-FFB6-DE46-047F9687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15AF-BF98-62E8-5FD3-7EDF6A14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9875"/>
            <a:ext cx="10058400" cy="591127"/>
          </a:xfrm>
        </p:spPr>
        <p:txBody>
          <a:bodyPr vert="horz" rIns="0"/>
          <a:lstStyle/>
          <a:p>
            <a:r>
              <a:rPr lang="en-IN">
                <a:latin typeface="EYInterstate Light" panose="02000506000000020004" pitchFamily="2" charset="0"/>
              </a:rPr>
              <a:t>Optimised captive power plant operations with sootblower automation, coal-feeder control and AI-agent diagnosis</a:t>
            </a:r>
          </a:p>
        </p:txBody>
      </p:sp>
      <p:sp>
        <p:nvSpPr>
          <p:cNvPr id="6" name="Freeform 102">
            <a:extLst>
              <a:ext uri="{FF2B5EF4-FFF2-40B4-BE49-F238E27FC236}">
                <a16:creationId xmlns:a16="http://schemas.microsoft.com/office/drawing/2014/main" id="{E8B2DB2D-C764-4E59-9F70-8DD70E572653}"/>
              </a:ext>
            </a:extLst>
          </p:cNvPr>
          <p:cNvSpPr/>
          <p:nvPr/>
        </p:nvSpPr>
        <p:spPr>
          <a:xfrm>
            <a:off x="609601" y="1364459"/>
            <a:ext cx="2164422" cy="3261884"/>
          </a:xfrm>
          <a:custGeom>
            <a:avLst/>
            <a:gdLst/>
            <a:ahLst/>
            <a:cxnLst/>
            <a:rect l="0" t="0" r="0" b="0"/>
            <a:pathLst>
              <a:path w="4930139" h="3581399">
                <a:moveTo>
                  <a:pt x="4907787" y="0"/>
                </a:moveTo>
                <a:lnTo>
                  <a:pt x="4930139" y="0"/>
                </a:lnTo>
                <a:lnTo>
                  <a:pt x="4930139" y="3581399"/>
                </a:lnTo>
                <a:lnTo>
                  <a:pt x="0" y="3581399"/>
                </a:lnTo>
                <a:lnTo>
                  <a:pt x="0" y="865377"/>
                </a:lnTo>
                <a:close/>
                <a:moveTo>
                  <a:pt x="5439155" y="6062471"/>
                </a:moveTo>
              </a:path>
            </a:pathLst>
          </a:custGeom>
          <a:solidFill>
            <a:srgbClr val="1A9A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0" tIns="2412000" rIns="180000" bIns="720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415BFB-EC09-268A-DE97-88D4947B2DEE}"/>
              </a:ext>
            </a:extLst>
          </p:cNvPr>
          <p:cNvSpPr/>
          <p:nvPr/>
        </p:nvSpPr>
        <p:spPr>
          <a:xfrm>
            <a:off x="8600723" y="1414143"/>
            <a:ext cx="2981677" cy="4703385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288000" rIns="36000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Auxiliary steam saved: 20 TPD, worth ₹1 Cr a year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Wash cycles and tube erosion reduced — longer element life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Flue-gas heat recovery improved from cleaner surfaces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Coal-feed variability and bed stability — AFBC boiler control in progress</a:t>
            </a:r>
          </a:p>
        </p:txBody>
      </p:sp>
      <p:sp>
        <p:nvSpPr>
          <p:cNvPr id="11" name="Rectangle: Rounded Corners 17">
            <a:extLst>
              <a:ext uri="{FF2B5EF4-FFF2-40B4-BE49-F238E27FC236}">
                <a16:creationId xmlns:a16="http://schemas.microsoft.com/office/drawing/2014/main" id="{D5207D3D-A977-3744-ECB3-A966AA9DC8B5}"/>
              </a:ext>
            </a:extLst>
          </p:cNvPr>
          <p:cNvSpPr/>
          <p:nvPr/>
        </p:nvSpPr>
        <p:spPr>
          <a:xfrm>
            <a:off x="6494168" y="2590415"/>
            <a:ext cx="177796" cy="1165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sz="1199" b="1">
              <a:solidFill>
                <a:schemeClr val="tx1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2994A3-9D14-6727-E416-24554365F9DE}"/>
              </a:ext>
            </a:extLst>
          </p:cNvPr>
          <p:cNvSpPr/>
          <p:nvPr/>
        </p:nvSpPr>
        <p:spPr>
          <a:xfrm>
            <a:off x="2864083" y="2664791"/>
            <a:ext cx="5646580" cy="3452737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63" tIns="252000" rIns="107944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Boiler inputs: flue-gas temperatures across passes, draft and pressure profile, steam flow and temperature, feed-water and attemperation, and soot-blower operating history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Cleaning sequenced on measured fouling rather than a fixed clock — 29 soot blowers on the 16 MW recovery boiler, in closed loop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Coal-feed inputs: feeder speed and load, bed temperature and pressure profile, primary and secondary air, and fuel quality variation — 7 feeders on the 21 MW AFBC boiler (in progress)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Diagnostic inputs: DCS process tags and lab results across boiler, turbine, generator and auxiliaries on the 21 MW cogeneration plant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Diagnostic logic co-developed with a domain SME of 40+ years, so the plant's own operating know-how sits behind each recommendation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Every recommendation stays advisory — the operator approves the action, and outcomes are reviewed to refine the guidance</a:t>
            </a:r>
          </a:p>
        </p:txBody>
      </p:sp>
      <p:sp>
        <p:nvSpPr>
          <p:cNvPr id="15" name="Rectangle: Rounded Corners 17">
            <a:extLst>
              <a:ext uri="{FF2B5EF4-FFF2-40B4-BE49-F238E27FC236}">
                <a16:creationId xmlns:a16="http://schemas.microsoft.com/office/drawing/2014/main" id="{61758D05-90F1-AF1A-2BAB-471C6E26DF20}"/>
              </a:ext>
            </a:extLst>
          </p:cNvPr>
          <p:cNvSpPr/>
          <p:nvPr/>
        </p:nvSpPr>
        <p:spPr>
          <a:xfrm>
            <a:off x="2864084" y="2590415"/>
            <a:ext cx="3726384" cy="236309"/>
          </a:xfrm>
          <a:custGeom>
            <a:avLst/>
            <a:gdLst>
              <a:gd name="connsiteX0" fmla="*/ 0 w 2392913"/>
              <a:gd name="connsiteY0" fmla="*/ 64464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8" fmla="*/ 0 w 2392913"/>
              <a:gd name="connsiteY8" fmla="*/ 64464 h 234380"/>
              <a:gd name="connsiteX0" fmla="*/ 0 w 2392913"/>
              <a:gd name="connsiteY0" fmla="*/ 169916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0" fmla="*/ 282998 w 2611447"/>
              <a:gd name="connsiteY0" fmla="*/ 234380 h 234380"/>
              <a:gd name="connsiteX1" fmla="*/ 282998 w 2611447"/>
              <a:gd name="connsiteY1" fmla="*/ 0 h 234380"/>
              <a:gd name="connsiteX2" fmla="*/ 2546983 w 2611447"/>
              <a:gd name="connsiteY2" fmla="*/ 0 h 234380"/>
              <a:gd name="connsiteX3" fmla="*/ 2611447 w 2611447"/>
              <a:gd name="connsiteY3" fmla="*/ 64464 h 234380"/>
              <a:gd name="connsiteX4" fmla="*/ 2611447 w 2611447"/>
              <a:gd name="connsiteY4" fmla="*/ 169916 h 234380"/>
              <a:gd name="connsiteX5" fmla="*/ 2546983 w 2611447"/>
              <a:gd name="connsiteY5" fmla="*/ 234380 h 234380"/>
              <a:gd name="connsiteX6" fmla="*/ 282998 w 2611447"/>
              <a:gd name="connsiteY6" fmla="*/ 234380 h 234380"/>
              <a:gd name="connsiteX0" fmla="*/ 167703 w 2496152"/>
              <a:gd name="connsiteY0" fmla="*/ 234380 h 234380"/>
              <a:gd name="connsiteX1" fmla="*/ 167703 w 2496152"/>
              <a:gd name="connsiteY1" fmla="*/ 0 h 234380"/>
              <a:gd name="connsiteX2" fmla="*/ 2431688 w 2496152"/>
              <a:gd name="connsiteY2" fmla="*/ 0 h 234380"/>
              <a:gd name="connsiteX3" fmla="*/ 2496152 w 2496152"/>
              <a:gd name="connsiteY3" fmla="*/ 64464 h 234380"/>
              <a:gd name="connsiteX4" fmla="*/ 2496152 w 2496152"/>
              <a:gd name="connsiteY4" fmla="*/ 169916 h 234380"/>
              <a:gd name="connsiteX5" fmla="*/ 2431688 w 2496152"/>
              <a:gd name="connsiteY5" fmla="*/ 234380 h 234380"/>
              <a:gd name="connsiteX6" fmla="*/ 167703 w 2496152"/>
              <a:gd name="connsiteY6" fmla="*/ 234380 h 234380"/>
              <a:gd name="connsiteX0" fmla="*/ 0 w 2328449"/>
              <a:gd name="connsiteY0" fmla="*/ 234380 h 234380"/>
              <a:gd name="connsiteX1" fmla="*/ 0 w 2328449"/>
              <a:gd name="connsiteY1" fmla="*/ 0 h 234380"/>
              <a:gd name="connsiteX2" fmla="*/ 2263985 w 2328449"/>
              <a:gd name="connsiteY2" fmla="*/ 0 h 234380"/>
              <a:gd name="connsiteX3" fmla="*/ 2328449 w 2328449"/>
              <a:gd name="connsiteY3" fmla="*/ 64464 h 234380"/>
              <a:gd name="connsiteX4" fmla="*/ 2328449 w 2328449"/>
              <a:gd name="connsiteY4" fmla="*/ 169916 h 234380"/>
              <a:gd name="connsiteX5" fmla="*/ 2263985 w 2328449"/>
              <a:gd name="connsiteY5" fmla="*/ 234380 h 234380"/>
              <a:gd name="connsiteX6" fmla="*/ 0 w 2328449"/>
              <a:gd name="connsiteY6" fmla="*/ 234380 h 234380"/>
              <a:gd name="connsiteX0" fmla="*/ 0 w 2541253"/>
              <a:gd name="connsiteY0" fmla="*/ 237015 h 237015"/>
              <a:gd name="connsiteX1" fmla="*/ 0 w 2541253"/>
              <a:gd name="connsiteY1" fmla="*/ 2635 h 237015"/>
              <a:gd name="connsiteX2" fmla="*/ 2263985 w 2541253"/>
              <a:gd name="connsiteY2" fmla="*/ 2635 h 237015"/>
              <a:gd name="connsiteX3" fmla="*/ 2541253 w 2541253"/>
              <a:gd name="connsiteY3" fmla="*/ 24427 h 237015"/>
              <a:gd name="connsiteX4" fmla="*/ 2328449 w 2541253"/>
              <a:gd name="connsiteY4" fmla="*/ 172551 h 237015"/>
              <a:gd name="connsiteX5" fmla="*/ 2263985 w 2541253"/>
              <a:gd name="connsiteY5" fmla="*/ 237015 h 237015"/>
              <a:gd name="connsiteX6" fmla="*/ 0 w 2541253"/>
              <a:gd name="connsiteY6" fmla="*/ 237015 h 237015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179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74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52337"/>
              <a:gd name="connsiteY0" fmla="*/ 235448 h 235448"/>
              <a:gd name="connsiteX1" fmla="*/ 0 w 2552337"/>
              <a:gd name="connsiteY1" fmla="*/ 1068 h 235448"/>
              <a:gd name="connsiteX2" fmla="*/ 2552337 w 2552337"/>
              <a:gd name="connsiteY2" fmla="*/ 0 h 235448"/>
              <a:gd name="connsiteX3" fmla="*/ 2328449 w 2552337"/>
              <a:gd name="connsiteY3" fmla="*/ 170984 h 235448"/>
              <a:gd name="connsiteX4" fmla="*/ 2263985 w 2552337"/>
              <a:gd name="connsiteY4" fmla="*/ 235448 h 235448"/>
              <a:gd name="connsiteX5" fmla="*/ 0 w 2552337"/>
              <a:gd name="connsiteY5" fmla="*/ 235448 h 235448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96671"/>
              <a:gd name="connsiteY0" fmla="*/ 307838 h 307838"/>
              <a:gd name="connsiteX1" fmla="*/ 0 w 2596671"/>
              <a:gd name="connsiteY1" fmla="*/ 73458 h 307838"/>
              <a:gd name="connsiteX2" fmla="*/ 2596671 w 2596671"/>
              <a:gd name="connsiteY2" fmla="*/ 0 h 307838"/>
              <a:gd name="connsiteX3" fmla="*/ 2439285 w 2596671"/>
              <a:gd name="connsiteY3" fmla="*/ 60494 h 307838"/>
              <a:gd name="connsiteX4" fmla="*/ 2263985 w 2596671"/>
              <a:gd name="connsiteY4" fmla="*/ 307838 h 307838"/>
              <a:gd name="connsiteX5" fmla="*/ 0 w 2596671"/>
              <a:gd name="connsiteY5" fmla="*/ 307838 h 307838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607755 w 2607755"/>
              <a:gd name="connsiteY2" fmla="*/ 49996 h 247344"/>
              <a:gd name="connsiteX3" fmla="*/ 2439285 w 2607755"/>
              <a:gd name="connsiteY3" fmla="*/ 0 h 247344"/>
              <a:gd name="connsiteX4" fmla="*/ 2263985 w 2607755"/>
              <a:gd name="connsiteY4" fmla="*/ 247344 h 247344"/>
              <a:gd name="connsiteX5" fmla="*/ 0 w 2607755"/>
              <a:gd name="connsiteY5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448997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548749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35949 h 235949"/>
              <a:gd name="connsiteX1" fmla="*/ 0 w 2607755"/>
              <a:gd name="connsiteY1" fmla="*/ 1569 h 235949"/>
              <a:gd name="connsiteX2" fmla="*/ 2559833 w 2607755"/>
              <a:gd name="connsiteY2" fmla="*/ 3791 h 235949"/>
              <a:gd name="connsiteX3" fmla="*/ 2607755 w 2607755"/>
              <a:gd name="connsiteY3" fmla="*/ 38601 h 235949"/>
              <a:gd name="connsiteX4" fmla="*/ 2322908 w 2607755"/>
              <a:gd name="connsiteY4" fmla="*/ 7655 h 235949"/>
              <a:gd name="connsiteX5" fmla="*/ 2263985 w 2607755"/>
              <a:gd name="connsiteY5" fmla="*/ 235949 h 235949"/>
              <a:gd name="connsiteX6" fmla="*/ 0 w 2607755"/>
              <a:gd name="connsiteY6" fmla="*/ 235949 h 235949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1365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9308 h 239308"/>
              <a:gd name="connsiteX1" fmla="*/ 0 w 2607755"/>
              <a:gd name="connsiteY1" fmla="*/ 4928 h 239308"/>
              <a:gd name="connsiteX2" fmla="*/ 2543207 w 2607755"/>
              <a:gd name="connsiteY2" fmla="*/ 3340 h 239308"/>
              <a:gd name="connsiteX3" fmla="*/ 2607755 w 2607755"/>
              <a:gd name="connsiteY3" fmla="*/ 41960 h 239308"/>
              <a:gd name="connsiteX4" fmla="*/ 2322908 w 2607755"/>
              <a:gd name="connsiteY4" fmla="*/ 11014 h 239308"/>
              <a:gd name="connsiteX5" fmla="*/ 2263985 w 2607755"/>
              <a:gd name="connsiteY5" fmla="*/ 239308 h 239308"/>
              <a:gd name="connsiteX6" fmla="*/ 0 w 2607755"/>
              <a:gd name="connsiteY6" fmla="*/ 239308 h 239308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5968 h 235968"/>
              <a:gd name="connsiteX1" fmla="*/ 0 w 2607755"/>
              <a:gd name="connsiteY1" fmla="*/ 1588 h 235968"/>
              <a:gd name="connsiteX2" fmla="*/ 2532124 w 2607755"/>
              <a:gd name="connsiteY2" fmla="*/ 0 h 235968"/>
              <a:gd name="connsiteX3" fmla="*/ 2607755 w 2607755"/>
              <a:gd name="connsiteY3" fmla="*/ 38620 h 235968"/>
              <a:gd name="connsiteX4" fmla="*/ 2322908 w 2607755"/>
              <a:gd name="connsiteY4" fmla="*/ 7674 h 235968"/>
              <a:gd name="connsiteX5" fmla="*/ 2263985 w 2607755"/>
              <a:gd name="connsiteY5" fmla="*/ 235968 h 235968"/>
              <a:gd name="connsiteX6" fmla="*/ 0 w 2607755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22908 w 2568963"/>
              <a:gd name="connsiteY4" fmla="*/ 7674 h 235968"/>
              <a:gd name="connsiteX5" fmla="*/ 2263985 w 2568963"/>
              <a:gd name="connsiteY5" fmla="*/ 235968 h 235968"/>
              <a:gd name="connsiteX6" fmla="*/ 0 w 2568963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322908 w 2568963"/>
              <a:gd name="connsiteY5" fmla="*/ 767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16622"/>
              <a:gd name="connsiteY0" fmla="*/ 243534 h 329912"/>
              <a:gd name="connsiteX1" fmla="*/ 0 w 2616622"/>
              <a:gd name="connsiteY1" fmla="*/ 9154 h 329912"/>
              <a:gd name="connsiteX2" fmla="*/ 2532124 w 2616622"/>
              <a:gd name="connsiteY2" fmla="*/ 7566 h 329912"/>
              <a:gd name="connsiteX3" fmla="*/ 2568963 w 2616622"/>
              <a:gd name="connsiteY3" fmla="*/ 145246 h 329912"/>
              <a:gd name="connsiteX4" fmla="*/ 2593083 w 2616622"/>
              <a:gd name="connsiteY4" fmla="*/ 327605 h 329912"/>
              <a:gd name="connsiteX5" fmla="*/ 2616622 w 2616622"/>
              <a:gd name="connsiteY5" fmla="*/ 0 h 329912"/>
              <a:gd name="connsiteX6" fmla="*/ 2263985 w 2616622"/>
              <a:gd name="connsiteY6" fmla="*/ 243534 h 329912"/>
              <a:gd name="connsiteX7" fmla="*/ 0 w 2616622"/>
              <a:gd name="connsiteY7" fmla="*/ 243534 h 329912"/>
              <a:gd name="connsiteX0" fmla="*/ 0 w 2616622"/>
              <a:gd name="connsiteY0" fmla="*/ 243534 h 303510"/>
              <a:gd name="connsiteX1" fmla="*/ 0 w 2616622"/>
              <a:gd name="connsiteY1" fmla="*/ 9154 h 303510"/>
              <a:gd name="connsiteX2" fmla="*/ 2532124 w 2616622"/>
              <a:gd name="connsiteY2" fmla="*/ 7566 h 303510"/>
              <a:gd name="connsiteX3" fmla="*/ 2568963 w 2616622"/>
              <a:gd name="connsiteY3" fmla="*/ 145246 h 303510"/>
              <a:gd name="connsiteX4" fmla="*/ 2476706 w 2616622"/>
              <a:gd name="connsiteY4" fmla="*/ 300935 h 303510"/>
              <a:gd name="connsiteX5" fmla="*/ 2616622 w 2616622"/>
              <a:gd name="connsiteY5" fmla="*/ 0 h 303510"/>
              <a:gd name="connsiteX6" fmla="*/ 2263985 w 2616622"/>
              <a:gd name="connsiteY6" fmla="*/ 243534 h 303510"/>
              <a:gd name="connsiteX7" fmla="*/ 0 w 2616622"/>
              <a:gd name="connsiteY7" fmla="*/ 243534 h 303510"/>
              <a:gd name="connsiteX0" fmla="*/ 0 w 2696708"/>
              <a:gd name="connsiteY0" fmla="*/ 243534 h 322363"/>
              <a:gd name="connsiteX1" fmla="*/ 0 w 2696708"/>
              <a:gd name="connsiteY1" fmla="*/ 9154 h 322363"/>
              <a:gd name="connsiteX2" fmla="*/ 2532124 w 2696708"/>
              <a:gd name="connsiteY2" fmla="*/ 7566 h 322363"/>
              <a:gd name="connsiteX3" fmla="*/ 2568963 w 2696708"/>
              <a:gd name="connsiteY3" fmla="*/ 145246 h 322363"/>
              <a:gd name="connsiteX4" fmla="*/ 2687293 w 2696708"/>
              <a:gd name="connsiteY4" fmla="*/ 319985 h 322363"/>
              <a:gd name="connsiteX5" fmla="*/ 2616622 w 2696708"/>
              <a:gd name="connsiteY5" fmla="*/ 0 h 322363"/>
              <a:gd name="connsiteX6" fmla="*/ 2263985 w 2696708"/>
              <a:gd name="connsiteY6" fmla="*/ 243534 h 322363"/>
              <a:gd name="connsiteX7" fmla="*/ 0 w 2696708"/>
              <a:gd name="connsiteY7" fmla="*/ 243534 h 322363"/>
              <a:gd name="connsiteX0" fmla="*/ 0 w 2687293"/>
              <a:gd name="connsiteY0" fmla="*/ 243534 h 320267"/>
              <a:gd name="connsiteX1" fmla="*/ 0 w 2687293"/>
              <a:gd name="connsiteY1" fmla="*/ 9154 h 320267"/>
              <a:gd name="connsiteX2" fmla="*/ 2532124 w 2687293"/>
              <a:gd name="connsiteY2" fmla="*/ 7566 h 320267"/>
              <a:gd name="connsiteX3" fmla="*/ 2568963 w 2687293"/>
              <a:gd name="connsiteY3" fmla="*/ 145246 h 320267"/>
              <a:gd name="connsiteX4" fmla="*/ 2687293 w 2687293"/>
              <a:gd name="connsiteY4" fmla="*/ 319985 h 320267"/>
              <a:gd name="connsiteX5" fmla="*/ 2616622 w 2687293"/>
              <a:gd name="connsiteY5" fmla="*/ 0 h 320267"/>
              <a:gd name="connsiteX6" fmla="*/ 2263985 w 2687293"/>
              <a:gd name="connsiteY6" fmla="*/ 243534 h 320267"/>
              <a:gd name="connsiteX7" fmla="*/ 0 w 2687293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568963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496921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368"/>
              <a:gd name="connsiteX1" fmla="*/ 0 w 2688142"/>
              <a:gd name="connsiteY1" fmla="*/ 9154 h 320368"/>
              <a:gd name="connsiteX2" fmla="*/ 2532124 w 2688142"/>
              <a:gd name="connsiteY2" fmla="*/ 7566 h 320368"/>
              <a:gd name="connsiteX3" fmla="*/ 2524629 w 2688142"/>
              <a:gd name="connsiteY3" fmla="*/ 202396 h 320368"/>
              <a:gd name="connsiteX4" fmla="*/ 2687293 w 2688142"/>
              <a:gd name="connsiteY4" fmla="*/ 319985 h 320368"/>
              <a:gd name="connsiteX5" fmla="*/ 2616622 w 2688142"/>
              <a:gd name="connsiteY5" fmla="*/ 0 h 320368"/>
              <a:gd name="connsiteX6" fmla="*/ 2263985 w 2688142"/>
              <a:gd name="connsiteY6" fmla="*/ 243534 h 320368"/>
              <a:gd name="connsiteX7" fmla="*/ 0 w 2688142"/>
              <a:gd name="connsiteY7" fmla="*/ 243534 h 32036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25965"/>
              <a:gd name="connsiteY0" fmla="*/ 243699 h 243699"/>
              <a:gd name="connsiteX1" fmla="*/ 0 w 2625965"/>
              <a:gd name="connsiteY1" fmla="*/ 9319 h 243699"/>
              <a:gd name="connsiteX2" fmla="*/ 2532124 w 2625965"/>
              <a:gd name="connsiteY2" fmla="*/ 7731 h 243699"/>
              <a:gd name="connsiteX3" fmla="*/ 2524629 w 2625965"/>
              <a:gd name="connsiteY3" fmla="*/ 202561 h 243699"/>
              <a:gd name="connsiteX4" fmla="*/ 2616622 w 2625965"/>
              <a:gd name="connsiteY4" fmla="*/ 165 h 243699"/>
              <a:gd name="connsiteX5" fmla="*/ 2263985 w 2625965"/>
              <a:gd name="connsiteY5" fmla="*/ 243699 h 243699"/>
              <a:gd name="connsiteX6" fmla="*/ 0 w 2625965"/>
              <a:gd name="connsiteY6" fmla="*/ 243699 h 243699"/>
              <a:gd name="connsiteX0" fmla="*/ 0 w 2763149"/>
              <a:gd name="connsiteY0" fmla="*/ 259531 h 259531"/>
              <a:gd name="connsiteX1" fmla="*/ 0 w 2763149"/>
              <a:gd name="connsiteY1" fmla="*/ 25151 h 259531"/>
              <a:gd name="connsiteX2" fmla="*/ 2532124 w 2763149"/>
              <a:gd name="connsiteY2" fmla="*/ 23563 h 259531"/>
              <a:gd name="connsiteX3" fmla="*/ 2616622 w 2763149"/>
              <a:gd name="connsiteY3" fmla="*/ 15997 h 259531"/>
              <a:gd name="connsiteX4" fmla="*/ 2263985 w 2763149"/>
              <a:gd name="connsiteY4" fmla="*/ 259531 h 259531"/>
              <a:gd name="connsiteX5" fmla="*/ 0 w 2763149"/>
              <a:gd name="connsiteY5" fmla="*/ 259531 h 259531"/>
              <a:gd name="connsiteX0" fmla="*/ 0 w 2724840"/>
              <a:gd name="connsiteY0" fmla="*/ 235968 h 235968"/>
              <a:gd name="connsiteX1" fmla="*/ 0 w 2724840"/>
              <a:gd name="connsiteY1" fmla="*/ 1588 h 235968"/>
              <a:gd name="connsiteX2" fmla="*/ 2532124 w 2724840"/>
              <a:gd name="connsiteY2" fmla="*/ 0 h 235968"/>
              <a:gd name="connsiteX3" fmla="*/ 2263985 w 2724840"/>
              <a:gd name="connsiteY3" fmla="*/ 235968 h 235968"/>
              <a:gd name="connsiteX4" fmla="*/ 0 w 2724840"/>
              <a:gd name="connsiteY4" fmla="*/ 235968 h 235968"/>
              <a:gd name="connsiteX0" fmla="*/ 0 w 2532123"/>
              <a:gd name="connsiteY0" fmla="*/ 235968 h 235968"/>
              <a:gd name="connsiteX1" fmla="*/ 0 w 2532123"/>
              <a:gd name="connsiteY1" fmla="*/ 1588 h 235968"/>
              <a:gd name="connsiteX2" fmla="*/ 2532124 w 2532123"/>
              <a:gd name="connsiteY2" fmla="*/ 0 h 235968"/>
              <a:gd name="connsiteX3" fmla="*/ 2263985 w 2532123"/>
              <a:gd name="connsiteY3" fmla="*/ 235968 h 235968"/>
              <a:gd name="connsiteX4" fmla="*/ 0 w 2532123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153150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6103"/>
              <a:gd name="connsiteX1" fmla="*/ 0 w 2532124"/>
              <a:gd name="connsiteY1" fmla="*/ 1588 h 236103"/>
              <a:gd name="connsiteX2" fmla="*/ 2532124 w 2532124"/>
              <a:gd name="connsiteY2" fmla="*/ 0 h 236103"/>
              <a:gd name="connsiteX3" fmla="*/ 2153150 w 2532124"/>
              <a:gd name="connsiteY3" fmla="*/ 235968 h 236103"/>
              <a:gd name="connsiteX4" fmla="*/ 0 w 2532124"/>
              <a:gd name="connsiteY4" fmla="*/ 235968 h 236103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49807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49807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430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085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2124" h="246128">
                <a:moveTo>
                  <a:pt x="0" y="235968"/>
                </a:moveTo>
                <a:lnTo>
                  <a:pt x="0" y="1588"/>
                </a:lnTo>
                <a:lnTo>
                  <a:pt x="2532124" y="0"/>
                </a:lnTo>
                <a:cubicBezTo>
                  <a:pt x="2401274" y="64463"/>
                  <a:pt x="2518072" y="231565"/>
                  <a:pt x="2380859" y="246128"/>
                </a:cubicBezTo>
                <a:lnTo>
                  <a:pt x="0" y="235968"/>
                </a:lnTo>
                <a:close/>
              </a:path>
            </a:pathLst>
          </a:cu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Approach</a:t>
            </a:r>
          </a:p>
        </p:txBody>
      </p:sp>
      <p:sp>
        <p:nvSpPr>
          <p:cNvPr id="17" name="Rectangle: Rounded Corners 17">
            <a:extLst>
              <a:ext uri="{FF2B5EF4-FFF2-40B4-BE49-F238E27FC236}">
                <a16:creationId xmlns:a16="http://schemas.microsoft.com/office/drawing/2014/main" id="{E68E4042-6D0E-DFF7-8501-0F39B61B0B56}"/>
              </a:ext>
            </a:extLst>
          </p:cNvPr>
          <p:cNvSpPr/>
          <p:nvPr/>
        </p:nvSpPr>
        <p:spPr>
          <a:xfrm>
            <a:off x="6475880" y="1351280"/>
            <a:ext cx="177796" cy="1165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sz="1199" b="1">
              <a:solidFill>
                <a:schemeClr val="tx1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21657C-1D9A-6025-6D0C-C23D1EA62B74}"/>
              </a:ext>
            </a:extLst>
          </p:cNvPr>
          <p:cNvSpPr/>
          <p:nvPr/>
        </p:nvSpPr>
        <p:spPr>
          <a:xfrm>
            <a:off x="2864083" y="1425657"/>
            <a:ext cx="5646580" cy="118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63" tIns="252000" rIns="107944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Cut the auxiliary steam spent on boiler cleaning without losing heat-transfer efficiency</a:t>
            </a:r>
          </a:p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Reduce coal-feed variability and hold bed stability on the AFBC boiler</a:t>
            </a:r>
          </a:p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Shorten diagnosis of boiler, turbine and generator problems across both process and maintenance causes</a:t>
            </a:r>
          </a:p>
        </p:txBody>
      </p:sp>
      <p:sp>
        <p:nvSpPr>
          <p:cNvPr id="21" name="Rectangle: Rounded Corners 17">
            <a:extLst>
              <a:ext uri="{FF2B5EF4-FFF2-40B4-BE49-F238E27FC236}">
                <a16:creationId xmlns:a16="http://schemas.microsoft.com/office/drawing/2014/main" id="{9590CAAE-03BA-4D44-A382-012D117D427E}"/>
              </a:ext>
            </a:extLst>
          </p:cNvPr>
          <p:cNvSpPr/>
          <p:nvPr/>
        </p:nvSpPr>
        <p:spPr>
          <a:xfrm>
            <a:off x="2864084" y="1351280"/>
            <a:ext cx="3726384" cy="236309"/>
          </a:xfrm>
          <a:custGeom>
            <a:avLst/>
            <a:gdLst>
              <a:gd name="connsiteX0" fmla="*/ 0 w 2392913"/>
              <a:gd name="connsiteY0" fmla="*/ 64464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8" fmla="*/ 0 w 2392913"/>
              <a:gd name="connsiteY8" fmla="*/ 64464 h 234380"/>
              <a:gd name="connsiteX0" fmla="*/ 0 w 2392913"/>
              <a:gd name="connsiteY0" fmla="*/ 169916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0" fmla="*/ 282998 w 2611447"/>
              <a:gd name="connsiteY0" fmla="*/ 234380 h 234380"/>
              <a:gd name="connsiteX1" fmla="*/ 282998 w 2611447"/>
              <a:gd name="connsiteY1" fmla="*/ 0 h 234380"/>
              <a:gd name="connsiteX2" fmla="*/ 2546983 w 2611447"/>
              <a:gd name="connsiteY2" fmla="*/ 0 h 234380"/>
              <a:gd name="connsiteX3" fmla="*/ 2611447 w 2611447"/>
              <a:gd name="connsiteY3" fmla="*/ 64464 h 234380"/>
              <a:gd name="connsiteX4" fmla="*/ 2611447 w 2611447"/>
              <a:gd name="connsiteY4" fmla="*/ 169916 h 234380"/>
              <a:gd name="connsiteX5" fmla="*/ 2546983 w 2611447"/>
              <a:gd name="connsiteY5" fmla="*/ 234380 h 234380"/>
              <a:gd name="connsiteX6" fmla="*/ 282998 w 2611447"/>
              <a:gd name="connsiteY6" fmla="*/ 234380 h 234380"/>
              <a:gd name="connsiteX0" fmla="*/ 167703 w 2496152"/>
              <a:gd name="connsiteY0" fmla="*/ 234380 h 234380"/>
              <a:gd name="connsiteX1" fmla="*/ 167703 w 2496152"/>
              <a:gd name="connsiteY1" fmla="*/ 0 h 234380"/>
              <a:gd name="connsiteX2" fmla="*/ 2431688 w 2496152"/>
              <a:gd name="connsiteY2" fmla="*/ 0 h 234380"/>
              <a:gd name="connsiteX3" fmla="*/ 2496152 w 2496152"/>
              <a:gd name="connsiteY3" fmla="*/ 64464 h 234380"/>
              <a:gd name="connsiteX4" fmla="*/ 2496152 w 2496152"/>
              <a:gd name="connsiteY4" fmla="*/ 169916 h 234380"/>
              <a:gd name="connsiteX5" fmla="*/ 2431688 w 2496152"/>
              <a:gd name="connsiteY5" fmla="*/ 234380 h 234380"/>
              <a:gd name="connsiteX6" fmla="*/ 167703 w 2496152"/>
              <a:gd name="connsiteY6" fmla="*/ 234380 h 234380"/>
              <a:gd name="connsiteX0" fmla="*/ 0 w 2328449"/>
              <a:gd name="connsiteY0" fmla="*/ 234380 h 234380"/>
              <a:gd name="connsiteX1" fmla="*/ 0 w 2328449"/>
              <a:gd name="connsiteY1" fmla="*/ 0 h 234380"/>
              <a:gd name="connsiteX2" fmla="*/ 2263985 w 2328449"/>
              <a:gd name="connsiteY2" fmla="*/ 0 h 234380"/>
              <a:gd name="connsiteX3" fmla="*/ 2328449 w 2328449"/>
              <a:gd name="connsiteY3" fmla="*/ 64464 h 234380"/>
              <a:gd name="connsiteX4" fmla="*/ 2328449 w 2328449"/>
              <a:gd name="connsiteY4" fmla="*/ 169916 h 234380"/>
              <a:gd name="connsiteX5" fmla="*/ 2263985 w 2328449"/>
              <a:gd name="connsiteY5" fmla="*/ 234380 h 234380"/>
              <a:gd name="connsiteX6" fmla="*/ 0 w 2328449"/>
              <a:gd name="connsiteY6" fmla="*/ 234380 h 234380"/>
              <a:gd name="connsiteX0" fmla="*/ 0 w 2541253"/>
              <a:gd name="connsiteY0" fmla="*/ 237015 h 237015"/>
              <a:gd name="connsiteX1" fmla="*/ 0 w 2541253"/>
              <a:gd name="connsiteY1" fmla="*/ 2635 h 237015"/>
              <a:gd name="connsiteX2" fmla="*/ 2263985 w 2541253"/>
              <a:gd name="connsiteY2" fmla="*/ 2635 h 237015"/>
              <a:gd name="connsiteX3" fmla="*/ 2541253 w 2541253"/>
              <a:gd name="connsiteY3" fmla="*/ 24427 h 237015"/>
              <a:gd name="connsiteX4" fmla="*/ 2328449 w 2541253"/>
              <a:gd name="connsiteY4" fmla="*/ 172551 h 237015"/>
              <a:gd name="connsiteX5" fmla="*/ 2263985 w 2541253"/>
              <a:gd name="connsiteY5" fmla="*/ 237015 h 237015"/>
              <a:gd name="connsiteX6" fmla="*/ 0 w 2541253"/>
              <a:gd name="connsiteY6" fmla="*/ 237015 h 237015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179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74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52337"/>
              <a:gd name="connsiteY0" fmla="*/ 235448 h 235448"/>
              <a:gd name="connsiteX1" fmla="*/ 0 w 2552337"/>
              <a:gd name="connsiteY1" fmla="*/ 1068 h 235448"/>
              <a:gd name="connsiteX2" fmla="*/ 2552337 w 2552337"/>
              <a:gd name="connsiteY2" fmla="*/ 0 h 235448"/>
              <a:gd name="connsiteX3" fmla="*/ 2328449 w 2552337"/>
              <a:gd name="connsiteY3" fmla="*/ 170984 h 235448"/>
              <a:gd name="connsiteX4" fmla="*/ 2263985 w 2552337"/>
              <a:gd name="connsiteY4" fmla="*/ 235448 h 235448"/>
              <a:gd name="connsiteX5" fmla="*/ 0 w 2552337"/>
              <a:gd name="connsiteY5" fmla="*/ 235448 h 235448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96671"/>
              <a:gd name="connsiteY0" fmla="*/ 307838 h 307838"/>
              <a:gd name="connsiteX1" fmla="*/ 0 w 2596671"/>
              <a:gd name="connsiteY1" fmla="*/ 73458 h 307838"/>
              <a:gd name="connsiteX2" fmla="*/ 2596671 w 2596671"/>
              <a:gd name="connsiteY2" fmla="*/ 0 h 307838"/>
              <a:gd name="connsiteX3" fmla="*/ 2439285 w 2596671"/>
              <a:gd name="connsiteY3" fmla="*/ 60494 h 307838"/>
              <a:gd name="connsiteX4" fmla="*/ 2263985 w 2596671"/>
              <a:gd name="connsiteY4" fmla="*/ 307838 h 307838"/>
              <a:gd name="connsiteX5" fmla="*/ 0 w 2596671"/>
              <a:gd name="connsiteY5" fmla="*/ 307838 h 307838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607755 w 2607755"/>
              <a:gd name="connsiteY2" fmla="*/ 49996 h 247344"/>
              <a:gd name="connsiteX3" fmla="*/ 2439285 w 2607755"/>
              <a:gd name="connsiteY3" fmla="*/ 0 h 247344"/>
              <a:gd name="connsiteX4" fmla="*/ 2263985 w 2607755"/>
              <a:gd name="connsiteY4" fmla="*/ 247344 h 247344"/>
              <a:gd name="connsiteX5" fmla="*/ 0 w 2607755"/>
              <a:gd name="connsiteY5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448997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548749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35949 h 235949"/>
              <a:gd name="connsiteX1" fmla="*/ 0 w 2607755"/>
              <a:gd name="connsiteY1" fmla="*/ 1569 h 235949"/>
              <a:gd name="connsiteX2" fmla="*/ 2559833 w 2607755"/>
              <a:gd name="connsiteY2" fmla="*/ 3791 h 235949"/>
              <a:gd name="connsiteX3" fmla="*/ 2607755 w 2607755"/>
              <a:gd name="connsiteY3" fmla="*/ 38601 h 235949"/>
              <a:gd name="connsiteX4" fmla="*/ 2322908 w 2607755"/>
              <a:gd name="connsiteY4" fmla="*/ 7655 h 235949"/>
              <a:gd name="connsiteX5" fmla="*/ 2263985 w 2607755"/>
              <a:gd name="connsiteY5" fmla="*/ 235949 h 235949"/>
              <a:gd name="connsiteX6" fmla="*/ 0 w 2607755"/>
              <a:gd name="connsiteY6" fmla="*/ 235949 h 235949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1365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9308 h 239308"/>
              <a:gd name="connsiteX1" fmla="*/ 0 w 2607755"/>
              <a:gd name="connsiteY1" fmla="*/ 4928 h 239308"/>
              <a:gd name="connsiteX2" fmla="*/ 2543207 w 2607755"/>
              <a:gd name="connsiteY2" fmla="*/ 3340 h 239308"/>
              <a:gd name="connsiteX3" fmla="*/ 2607755 w 2607755"/>
              <a:gd name="connsiteY3" fmla="*/ 41960 h 239308"/>
              <a:gd name="connsiteX4" fmla="*/ 2322908 w 2607755"/>
              <a:gd name="connsiteY4" fmla="*/ 11014 h 239308"/>
              <a:gd name="connsiteX5" fmla="*/ 2263985 w 2607755"/>
              <a:gd name="connsiteY5" fmla="*/ 239308 h 239308"/>
              <a:gd name="connsiteX6" fmla="*/ 0 w 2607755"/>
              <a:gd name="connsiteY6" fmla="*/ 239308 h 239308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5968 h 235968"/>
              <a:gd name="connsiteX1" fmla="*/ 0 w 2607755"/>
              <a:gd name="connsiteY1" fmla="*/ 1588 h 235968"/>
              <a:gd name="connsiteX2" fmla="*/ 2532124 w 2607755"/>
              <a:gd name="connsiteY2" fmla="*/ 0 h 235968"/>
              <a:gd name="connsiteX3" fmla="*/ 2607755 w 2607755"/>
              <a:gd name="connsiteY3" fmla="*/ 38620 h 235968"/>
              <a:gd name="connsiteX4" fmla="*/ 2322908 w 2607755"/>
              <a:gd name="connsiteY4" fmla="*/ 7674 h 235968"/>
              <a:gd name="connsiteX5" fmla="*/ 2263985 w 2607755"/>
              <a:gd name="connsiteY5" fmla="*/ 235968 h 235968"/>
              <a:gd name="connsiteX6" fmla="*/ 0 w 2607755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22908 w 2568963"/>
              <a:gd name="connsiteY4" fmla="*/ 7674 h 235968"/>
              <a:gd name="connsiteX5" fmla="*/ 2263985 w 2568963"/>
              <a:gd name="connsiteY5" fmla="*/ 235968 h 235968"/>
              <a:gd name="connsiteX6" fmla="*/ 0 w 2568963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322908 w 2568963"/>
              <a:gd name="connsiteY5" fmla="*/ 767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16622"/>
              <a:gd name="connsiteY0" fmla="*/ 243534 h 329912"/>
              <a:gd name="connsiteX1" fmla="*/ 0 w 2616622"/>
              <a:gd name="connsiteY1" fmla="*/ 9154 h 329912"/>
              <a:gd name="connsiteX2" fmla="*/ 2532124 w 2616622"/>
              <a:gd name="connsiteY2" fmla="*/ 7566 h 329912"/>
              <a:gd name="connsiteX3" fmla="*/ 2568963 w 2616622"/>
              <a:gd name="connsiteY3" fmla="*/ 145246 h 329912"/>
              <a:gd name="connsiteX4" fmla="*/ 2593083 w 2616622"/>
              <a:gd name="connsiteY4" fmla="*/ 327605 h 329912"/>
              <a:gd name="connsiteX5" fmla="*/ 2616622 w 2616622"/>
              <a:gd name="connsiteY5" fmla="*/ 0 h 329912"/>
              <a:gd name="connsiteX6" fmla="*/ 2263985 w 2616622"/>
              <a:gd name="connsiteY6" fmla="*/ 243534 h 329912"/>
              <a:gd name="connsiteX7" fmla="*/ 0 w 2616622"/>
              <a:gd name="connsiteY7" fmla="*/ 243534 h 329912"/>
              <a:gd name="connsiteX0" fmla="*/ 0 w 2616622"/>
              <a:gd name="connsiteY0" fmla="*/ 243534 h 303510"/>
              <a:gd name="connsiteX1" fmla="*/ 0 w 2616622"/>
              <a:gd name="connsiteY1" fmla="*/ 9154 h 303510"/>
              <a:gd name="connsiteX2" fmla="*/ 2532124 w 2616622"/>
              <a:gd name="connsiteY2" fmla="*/ 7566 h 303510"/>
              <a:gd name="connsiteX3" fmla="*/ 2568963 w 2616622"/>
              <a:gd name="connsiteY3" fmla="*/ 145246 h 303510"/>
              <a:gd name="connsiteX4" fmla="*/ 2476706 w 2616622"/>
              <a:gd name="connsiteY4" fmla="*/ 300935 h 303510"/>
              <a:gd name="connsiteX5" fmla="*/ 2616622 w 2616622"/>
              <a:gd name="connsiteY5" fmla="*/ 0 h 303510"/>
              <a:gd name="connsiteX6" fmla="*/ 2263985 w 2616622"/>
              <a:gd name="connsiteY6" fmla="*/ 243534 h 303510"/>
              <a:gd name="connsiteX7" fmla="*/ 0 w 2616622"/>
              <a:gd name="connsiteY7" fmla="*/ 243534 h 303510"/>
              <a:gd name="connsiteX0" fmla="*/ 0 w 2696708"/>
              <a:gd name="connsiteY0" fmla="*/ 243534 h 322363"/>
              <a:gd name="connsiteX1" fmla="*/ 0 w 2696708"/>
              <a:gd name="connsiteY1" fmla="*/ 9154 h 322363"/>
              <a:gd name="connsiteX2" fmla="*/ 2532124 w 2696708"/>
              <a:gd name="connsiteY2" fmla="*/ 7566 h 322363"/>
              <a:gd name="connsiteX3" fmla="*/ 2568963 w 2696708"/>
              <a:gd name="connsiteY3" fmla="*/ 145246 h 322363"/>
              <a:gd name="connsiteX4" fmla="*/ 2687293 w 2696708"/>
              <a:gd name="connsiteY4" fmla="*/ 319985 h 322363"/>
              <a:gd name="connsiteX5" fmla="*/ 2616622 w 2696708"/>
              <a:gd name="connsiteY5" fmla="*/ 0 h 322363"/>
              <a:gd name="connsiteX6" fmla="*/ 2263985 w 2696708"/>
              <a:gd name="connsiteY6" fmla="*/ 243534 h 322363"/>
              <a:gd name="connsiteX7" fmla="*/ 0 w 2696708"/>
              <a:gd name="connsiteY7" fmla="*/ 243534 h 322363"/>
              <a:gd name="connsiteX0" fmla="*/ 0 w 2687293"/>
              <a:gd name="connsiteY0" fmla="*/ 243534 h 320267"/>
              <a:gd name="connsiteX1" fmla="*/ 0 w 2687293"/>
              <a:gd name="connsiteY1" fmla="*/ 9154 h 320267"/>
              <a:gd name="connsiteX2" fmla="*/ 2532124 w 2687293"/>
              <a:gd name="connsiteY2" fmla="*/ 7566 h 320267"/>
              <a:gd name="connsiteX3" fmla="*/ 2568963 w 2687293"/>
              <a:gd name="connsiteY3" fmla="*/ 145246 h 320267"/>
              <a:gd name="connsiteX4" fmla="*/ 2687293 w 2687293"/>
              <a:gd name="connsiteY4" fmla="*/ 319985 h 320267"/>
              <a:gd name="connsiteX5" fmla="*/ 2616622 w 2687293"/>
              <a:gd name="connsiteY5" fmla="*/ 0 h 320267"/>
              <a:gd name="connsiteX6" fmla="*/ 2263985 w 2687293"/>
              <a:gd name="connsiteY6" fmla="*/ 243534 h 320267"/>
              <a:gd name="connsiteX7" fmla="*/ 0 w 2687293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568963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496921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368"/>
              <a:gd name="connsiteX1" fmla="*/ 0 w 2688142"/>
              <a:gd name="connsiteY1" fmla="*/ 9154 h 320368"/>
              <a:gd name="connsiteX2" fmla="*/ 2532124 w 2688142"/>
              <a:gd name="connsiteY2" fmla="*/ 7566 h 320368"/>
              <a:gd name="connsiteX3" fmla="*/ 2524629 w 2688142"/>
              <a:gd name="connsiteY3" fmla="*/ 202396 h 320368"/>
              <a:gd name="connsiteX4" fmla="*/ 2687293 w 2688142"/>
              <a:gd name="connsiteY4" fmla="*/ 319985 h 320368"/>
              <a:gd name="connsiteX5" fmla="*/ 2616622 w 2688142"/>
              <a:gd name="connsiteY5" fmla="*/ 0 h 320368"/>
              <a:gd name="connsiteX6" fmla="*/ 2263985 w 2688142"/>
              <a:gd name="connsiteY6" fmla="*/ 243534 h 320368"/>
              <a:gd name="connsiteX7" fmla="*/ 0 w 2688142"/>
              <a:gd name="connsiteY7" fmla="*/ 243534 h 32036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25965"/>
              <a:gd name="connsiteY0" fmla="*/ 243699 h 243699"/>
              <a:gd name="connsiteX1" fmla="*/ 0 w 2625965"/>
              <a:gd name="connsiteY1" fmla="*/ 9319 h 243699"/>
              <a:gd name="connsiteX2" fmla="*/ 2532124 w 2625965"/>
              <a:gd name="connsiteY2" fmla="*/ 7731 h 243699"/>
              <a:gd name="connsiteX3" fmla="*/ 2524629 w 2625965"/>
              <a:gd name="connsiteY3" fmla="*/ 202561 h 243699"/>
              <a:gd name="connsiteX4" fmla="*/ 2616622 w 2625965"/>
              <a:gd name="connsiteY4" fmla="*/ 165 h 243699"/>
              <a:gd name="connsiteX5" fmla="*/ 2263985 w 2625965"/>
              <a:gd name="connsiteY5" fmla="*/ 243699 h 243699"/>
              <a:gd name="connsiteX6" fmla="*/ 0 w 2625965"/>
              <a:gd name="connsiteY6" fmla="*/ 243699 h 243699"/>
              <a:gd name="connsiteX0" fmla="*/ 0 w 2763149"/>
              <a:gd name="connsiteY0" fmla="*/ 259531 h 259531"/>
              <a:gd name="connsiteX1" fmla="*/ 0 w 2763149"/>
              <a:gd name="connsiteY1" fmla="*/ 25151 h 259531"/>
              <a:gd name="connsiteX2" fmla="*/ 2532124 w 2763149"/>
              <a:gd name="connsiteY2" fmla="*/ 23563 h 259531"/>
              <a:gd name="connsiteX3" fmla="*/ 2616622 w 2763149"/>
              <a:gd name="connsiteY3" fmla="*/ 15997 h 259531"/>
              <a:gd name="connsiteX4" fmla="*/ 2263985 w 2763149"/>
              <a:gd name="connsiteY4" fmla="*/ 259531 h 259531"/>
              <a:gd name="connsiteX5" fmla="*/ 0 w 2763149"/>
              <a:gd name="connsiteY5" fmla="*/ 259531 h 259531"/>
              <a:gd name="connsiteX0" fmla="*/ 0 w 2724840"/>
              <a:gd name="connsiteY0" fmla="*/ 235968 h 235968"/>
              <a:gd name="connsiteX1" fmla="*/ 0 w 2724840"/>
              <a:gd name="connsiteY1" fmla="*/ 1588 h 235968"/>
              <a:gd name="connsiteX2" fmla="*/ 2532124 w 2724840"/>
              <a:gd name="connsiteY2" fmla="*/ 0 h 235968"/>
              <a:gd name="connsiteX3" fmla="*/ 2263985 w 2724840"/>
              <a:gd name="connsiteY3" fmla="*/ 235968 h 235968"/>
              <a:gd name="connsiteX4" fmla="*/ 0 w 2724840"/>
              <a:gd name="connsiteY4" fmla="*/ 235968 h 235968"/>
              <a:gd name="connsiteX0" fmla="*/ 0 w 2532123"/>
              <a:gd name="connsiteY0" fmla="*/ 235968 h 235968"/>
              <a:gd name="connsiteX1" fmla="*/ 0 w 2532123"/>
              <a:gd name="connsiteY1" fmla="*/ 1588 h 235968"/>
              <a:gd name="connsiteX2" fmla="*/ 2532124 w 2532123"/>
              <a:gd name="connsiteY2" fmla="*/ 0 h 235968"/>
              <a:gd name="connsiteX3" fmla="*/ 2263985 w 2532123"/>
              <a:gd name="connsiteY3" fmla="*/ 235968 h 235968"/>
              <a:gd name="connsiteX4" fmla="*/ 0 w 2532123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153150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6103"/>
              <a:gd name="connsiteX1" fmla="*/ 0 w 2532124"/>
              <a:gd name="connsiteY1" fmla="*/ 1588 h 236103"/>
              <a:gd name="connsiteX2" fmla="*/ 2532124 w 2532124"/>
              <a:gd name="connsiteY2" fmla="*/ 0 h 236103"/>
              <a:gd name="connsiteX3" fmla="*/ 2153150 w 2532124"/>
              <a:gd name="connsiteY3" fmla="*/ 235968 h 236103"/>
              <a:gd name="connsiteX4" fmla="*/ 0 w 2532124"/>
              <a:gd name="connsiteY4" fmla="*/ 235968 h 236103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49807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49807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430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085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2124" h="246128">
                <a:moveTo>
                  <a:pt x="0" y="235968"/>
                </a:moveTo>
                <a:lnTo>
                  <a:pt x="0" y="1588"/>
                </a:lnTo>
                <a:lnTo>
                  <a:pt x="2532124" y="0"/>
                </a:lnTo>
                <a:cubicBezTo>
                  <a:pt x="2401274" y="64463"/>
                  <a:pt x="2518072" y="231565"/>
                  <a:pt x="2380859" y="246128"/>
                </a:cubicBezTo>
                <a:lnTo>
                  <a:pt x="0" y="235968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Scope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818CD7-8D52-2F10-B158-BCC37218007D}"/>
              </a:ext>
            </a:extLst>
          </p:cNvPr>
          <p:cNvSpPr/>
          <p:nvPr/>
        </p:nvSpPr>
        <p:spPr>
          <a:xfrm>
            <a:off x="8600723" y="1425591"/>
            <a:ext cx="2981677" cy="225029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Outcomes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99C4C6-01A7-907E-0204-B9C695AD496A}"/>
              </a:ext>
            </a:extLst>
          </p:cNvPr>
          <p:cNvSpPr txBox="1"/>
          <p:nvPr/>
        </p:nvSpPr>
        <p:spPr>
          <a:xfrm>
            <a:off x="718002" y="2427961"/>
            <a:ext cx="19476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</a:rPr>
              <a:t>An integrated pulp and paper mill's captive power plant seeking steadier boiler operation</a:t>
            </a:r>
          </a:p>
        </p:txBody>
      </p:sp>
      <p:sp>
        <p:nvSpPr>
          <p:cNvPr id="18" name="sectionheader_6392213410529943052" descr="Super Headline">
            <a:extLst>
              <a:ext uri="{FF2B5EF4-FFF2-40B4-BE49-F238E27FC236}">
                <a16:creationId xmlns:a16="http://schemas.microsoft.com/office/drawing/2014/main" id="{DBF3E8F1-5E1A-60FF-AB9E-A814CDBDB2AB}"/>
              </a:ext>
            </a:extLst>
          </p:cNvPr>
          <p:cNvSpPr txBox="1"/>
          <p:nvPr/>
        </p:nvSpPr>
        <p:spPr>
          <a:xfrm>
            <a:off x="603070" y="77800"/>
            <a:ext cx="1381468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  <a:buSzPct val="75000"/>
            </a:pPr>
            <a:r>
              <a:rPr lang="en-US" sz="1200">
                <a:solidFill>
                  <a:srgbClr val="1A9AFA"/>
                </a:solidFill>
                <a:latin typeface="EYInterstate Light" panose="02000506000000020004" pitchFamily="2" charset="0"/>
                <a:cs typeface="Arial" panose="020B0604020202020204" pitchFamily="34" charset="0"/>
              </a:rPr>
              <a:t>Detailed 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AE946-FC84-6FF2-C4FF-616C607FA6FA}"/>
              </a:ext>
            </a:extLst>
          </p:cNvPr>
          <p:cNvSpPr/>
          <p:nvPr/>
        </p:nvSpPr>
        <p:spPr>
          <a:xfrm>
            <a:off x="10810532" y="0"/>
            <a:ext cx="1381468" cy="749808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r>
              <a:rPr lang="en-US" sz="1200">
                <a:solidFill>
                  <a:schemeClr val="bg1"/>
                </a:solidFill>
              </a:rPr>
              <a:t>Captive power — plant optimisation</a:t>
            </a:r>
          </a:p>
        </p:txBody>
      </p:sp>
    </p:spTree>
    <p:extLst>
      <p:ext uri="{BB962C8B-B14F-4D97-AF65-F5344CB8AC3E}">
        <p14:creationId xmlns:p14="http://schemas.microsoft.com/office/powerpoint/2010/main" val="10278617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7155-8FAE-FFB6-DE46-047F9687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15AF-BF98-62E8-5FD3-7EDF6A14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9875"/>
            <a:ext cx="10058400" cy="591127"/>
          </a:xfrm>
        </p:spPr>
        <p:txBody>
          <a:bodyPr vert="horz" rIns="0"/>
          <a:lstStyle/>
          <a:p>
            <a:r>
              <a:rPr lang="en-IN">
                <a:latin typeface="EYInterstate Light" panose="02000506000000020004" pitchFamily="2" charset="0"/>
              </a:rPr>
              <a:t>Replaced manual day-ahead and intraday power balancing across a metals group's plants with slot-level optimisation</a:t>
            </a:r>
          </a:p>
        </p:txBody>
      </p:sp>
      <p:sp>
        <p:nvSpPr>
          <p:cNvPr id="6" name="Freeform 102">
            <a:extLst>
              <a:ext uri="{FF2B5EF4-FFF2-40B4-BE49-F238E27FC236}">
                <a16:creationId xmlns:a16="http://schemas.microsoft.com/office/drawing/2014/main" id="{E8B2DB2D-C764-4E59-9F70-8DD70E572653}"/>
              </a:ext>
            </a:extLst>
          </p:cNvPr>
          <p:cNvSpPr/>
          <p:nvPr/>
        </p:nvSpPr>
        <p:spPr>
          <a:xfrm>
            <a:off x="609601" y="1364459"/>
            <a:ext cx="2164422" cy="3261884"/>
          </a:xfrm>
          <a:custGeom>
            <a:avLst/>
            <a:gdLst/>
            <a:ahLst/>
            <a:cxnLst/>
            <a:rect l="0" t="0" r="0" b="0"/>
            <a:pathLst>
              <a:path w="4930139" h="3581399">
                <a:moveTo>
                  <a:pt x="4907787" y="0"/>
                </a:moveTo>
                <a:lnTo>
                  <a:pt x="4930139" y="0"/>
                </a:lnTo>
                <a:lnTo>
                  <a:pt x="4930139" y="3581399"/>
                </a:lnTo>
                <a:lnTo>
                  <a:pt x="0" y="3581399"/>
                </a:lnTo>
                <a:lnTo>
                  <a:pt x="0" y="865377"/>
                </a:lnTo>
                <a:close/>
                <a:moveTo>
                  <a:pt x="5439155" y="6062471"/>
                </a:moveTo>
              </a:path>
            </a:pathLst>
          </a:custGeom>
          <a:solidFill>
            <a:srgbClr val="1A9A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0000" tIns="2412000" rIns="180000" bIns="720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415BFB-EC09-268A-DE97-88D4947B2DEE}"/>
              </a:ext>
            </a:extLst>
          </p:cNvPr>
          <p:cNvSpPr/>
          <p:nvPr/>
        </p:nvSpPr>
        <p:spPr>
          <a:xfrm>
            <a:off x="8600723" y="1414143"/>
            <a:ext cx="2981677" cy="4703385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288000" rIns="36000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Manual power-balancing effort eliminated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Reporting lag to the SLDC cut from 30–45 minutes to about a minute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Two to three slots per cycle recovered that were previously lost to manual reporting</a:t>
            </a:r>
          </a:p>
          <a:p>
            <a:pPr marL="126000" marR="0" lvl="0" indent="-126000" defTabSz="914400" rtl="0" eaLnBrk="1" fontAlgn="auto" latinLnBrk="0" hangingPunct="1">
              <a:spcBef>
                <a:spcPts val="0"/>
              </a:spcBef>
              <a:spcAft>
                <a:spcPts val="4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>
                <a:tab pos="180340" algn="l"/>
              </a:tabLst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Potential saving of around ₹6 Cr a year</a:t>
            </a:r>
          </a:p>
        </p:txBody>
      </p:sp>
      <p:sp>
        <p:nvSpPr>
          <p:cNvPr id="11" name="Rectangle: Rounded Corners 17">
            <a:extLst>
              <a:ext uri="{FF2B5EF4-FFF2-40B4-BE49-F238E27FC236}">
                <a16:creationId xmlns:a16="http://schemas.microsoft.com/office/drawing/2014/main" id="{D5207D3D-A977-3744-ECB3-A966AA9DC8B5}"/>
              </a:ext>
            </a:extLst>
          </p:cNvPr>
          <p:cNvSpPr/>
          <p:nvPr/>
        </p:nvSpPr>
        <p:spPr>
          <a:xfrm>
            <a:off x="6494168" y="2590415"/>
            <a:ext cx="177796" cy="1165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sz="1199" b="1">
              <a:solidFill>
                <a:schemeClr val="tx1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2994A3-9D14-6727-E416-24554365F9DE}"/>
              </a:ext>
            </a:extLst>
          </p:cNvPr>
          <p:cNvSpPr/>
          <p:nvPr/>
        </p:nvSpPr>
        <p:spPr>
          <a:xfrm>
            <a:off x="2864083" y="2664791"/>
            <a:ext cx="5646580" cy="3452737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63" tIns="252000" rIns="107944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Day-ahead generation and consumption data ingested for all 96 slots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Intraday changes picked up on both the generation and consumption side, including unplanned downtime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Sources covered across captive generation, grid, power exchange and solar, including external solar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CTU and STU compliances built into the model and held in configuration mode, so a new utility rule is a setting rather than a rebuild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Slot-level allocation optimised in place of the manual day-ahead and intraday exercise</a:t>
            </a:r>
          </a:p>
          <a:p>
            <a:pPr marL="126000" marR="0" lvl="0" indent="-126000" algn="l" defTabSz="1209986" rtl="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ts val="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lang="en-IN" sz="900">
                <a:solidFill>
                  <a:schemeClr val="accent1"/>
                </a:solidFill>
                <a:latin typeface="EYInterstate Light" panose="02000506000000020004" pitchFamily="2" charset="0"/>
              </a:rPr>
              <a:t>Addresses the two to three slots (30–45 minutes) typically lost to manual reporting, where unbalanced energy is given free to the grid or bought back at a premium</a:t>
            </a:r>
          </a:p>
        </p:txBody>
      </p:sp>
      <p:sp>
        <p:nvSpPr>
          <p:cNvPr id="15" name="Rectangle: Rounded Corners 17">
            <a:extLst>
              <a:ext uri="{FF2B5EF4-FFF2-40B4-BE49-F238E27FC236}">
                <a16:creationId xmlns:a16="http://schemas.microsoft.com/office/drawing/2014/main" id="{61758D05-90F1-AF1A-2BAB-471C6E26DF20}"/>
              </a:ext>
            </a:extLst>
          </p:cNvPr>
          <p:cNvSpPr/>
          <p:nvPr/>
        </p:nvSpPr>
        <p:spPr>
          <a:xfrm>
            <a:off x="2864084" y="2590415"/>
            <a:ext cx="3726384" cy="236309"/>
          </a:xfrm>
          <a:custGeom>
            <a:avLst/>
            <a:gdLst>
              <a:gd name="connsiteX0" fmla="*/ 0 w 2392913"/>
              <a:gd name="connsiteY0" fmla="*/ 64464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8" fmla="*/ 0 w 2392913"/>
              <a:gd name="connsiteY8" fmla="*/ 64464 h 234380"/>
              <a:gd name="connsiteX0" fmla="*/ 0 w 2392913"/>
              <a:gd name="connsiteY0" fmla="*/ 169916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0" fmla="*/ 282998 w 2611447"/>
              <a:gd name="connsiteY0" fmla="*/ 234380 h 234380"/>
              <a:gd name="connsiteX1" fmla="*/ 282998 w 2611447"/>
              <a:gd name="connsiteY1" fmla="*/ 0 h 234380"/>
              <a:gd name="connsiteX2" fmla="*/ 2546983 w 2611447"/>
              <a:gd name="connsiteY2" fmla="*/ 0 h 234380"/>
              <a:gd name="connsiteX3" fmla="*/ 2611447 w 2611447"/>
              <a:gd name="connsiteY3" fmla="*/ 64464 h 234380"/>
              <a:gd name="connsiteX4" fmla="*/ 2611447 w 2611447"/>
              <a:gd name="connsiteY4" fmla="*/ 169916 h 234380"/>
              <a:gd name="connsiteX5" fmla="*/ 2546983 w 2611447"/>
              <a:gd name="connsiteY5" fmla="*/ 234380 h 234380"/>
              <a:gd name="connsiteX6" fmla="*/ 282998 w 2611447"/>
              <a:gd name="connsiteY6" fmla="*/ 234380 h 234380"/>
              <a:gd name="connsiteX0" fmla="*/ 167703 w 2496152"/>
              <a:gd name="connsiteY0" fmla="*/ 234380 h 234380"/>
              <a:gd name="connsiteX1" fmla="*/ 167703 w 2496152"/>
              <a:gd name="connsiteY1" fmla="*/ 0 h 234380"/>
              <a:gd name="connsiteX2" fmla="*/ 2431688 w 2496152"/>
              <a:gd name="connsiteY2" fmla="*/ 0 h 234380"/>
              <a:gd name="connsiteX3" fmla="*/ 2496152 w 2496152"/>
              <a:gd name="connsiteY3" fmla="*/ 64464 h 234380"/>
              <a:gd name="connsiteX4" fmla="*/ 2496152 w 2496152"/>
              <a:gd name="connsiteY4" fmla="*/ 169916 h 234380"/>
              <a:gd name="connsiteX5" fmla="*/ 2431688 w 2496152"/>
              <a:gd name="connsiteY5" fmla="*/ 234380 h 234380"/>
              <a:gd name="connsiteX6" fmla="*/ 167703 w 2496152"/>
              <a:gd name="connsiteY6" fmla="*/ 234380 h 234380"/>
              <a:gd name="connsiteX0" fmla="*/ 0 w 2328449"/>
              <a:gd name="connsiteY0" fmla="*/ 234380 h 234380"/>
              <a:gd name="connsiteX1" fmla="*/ 0 w 2328449"/>
              <a:gd name="connsiteY1" fmla="*/ 0 h 234380"/>
              <a:gd name="connsiteX2" fmla="*/ 2263985 w 2328449"/>
              <a:gd name="connsiteY2" fmla="*/ 0 h 234380"/>
              <a:gd name="connsiteX3" fmla="*/ 2328449 w 2328449"/>
              <a:gd name="connsiteY3" fmla="*/ 64464 h 234380"/>
              <a:gd name="connsiteX4" fmla="*/ 2328449 w 2328449"/>
              <a:gd name="connsiteY4" fmla="*/ 169916 h 234380"/>
              <a:gd name="connsiteX5" fmla="*/ 2263985 w 2328449"/>
              <a:gd name="connsiteY5" fmla="*/ 234380 h 234380"/>
              <a:gd name="connsiteX6" fmla="*/ 0 w 2328449"/>
              <a:gd name="connsiteY6" fmla="*/ 234380 h 234380"/>
              <a:gd name="connsiteX0" fmla="*/ 0 w 2541253"/>
              <a:gd name="connsiteY0" fmla="*/ 237015 h 237015"/>
              <a:gd name="connsiteX1" fmla="*/ 0 w 2541253"/>
              <a:gd name="connsiteY1" fmla="*/ 2635 h 237015"/>
              <a:gd name="connsiteX2" fmla="*/ 2263985 w 2541253"/>
              <a:gd name="connsiteY2" fmla="*/ 2635 h 237015"/>
              <a:gd name="connsiteX3" fmla="*/ 2541253 w 2541253"/>
              <a:gd name="connsiteY3" fmla="*/ 24427 h 237015"/>
              <a:gd name="connsiteX4" fmla="*/ 2328449 w 2541253"/>
              <a:gd name="connsiteY4" fmla="*/ 172551 h 237015"/>
              <a:gd name="connsiteX5" fmla="*/ 2263985 w 2541253"/>
              <a:gd name="connsiteY5" fmla="*/ 237015 h 237015"/>
              <a:gd name="connsiteX6" fmla="*/ 0 w 2541253"/>
              <a:gd name="connsiteY6" fmla="*/ 237015 h 237015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179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74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52337"/>
              <a:gd name="connsiteY0" fmla="*/ 235448 h 235448"/>
              <a:gd name="connsiteX1" fmla="*/ 0 w 2552337"/>
              <a:gd name="connsiteY1" fmla="*/ 1068 h 235448"/>
              <a:gd name="connsiteX2" fmla="*/ 2552337 w 2552337"/>
              <a:gd name="connsiteY2" fmla="*/ 0 h 235448"/>
              <a:gd name="connsiteX3" fmla="*/ 2328449 w 2552337"/>
              <a:gd name="connsiteY3" fmla="*/ 170984 h 235448"/>
              <a:gd name="connsiteX4" fmla="*/ 2263985 w 2552337"/>
              <a:gd name="connsiteY4" fmla="*/ 235448 h 235448"/>
              <a:gd name="connsiteX5" fmla="*/ 0 w 2552337"/>
              <a:gd name="connsiteY5" fmla="*/ 235448 h 235448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96671"/>
              <a:gd name="connsiteY0" fmla="*/ 307838 h 307838"/>
              <a:gd name="connsiteX1" fmla="*/ 0 w 2596671"/>
              <a:gd name="connsiteY1" fmla="*/ 73458 h 307838"/>
              <a:gd name="connsiteX2" fmla="*/ 2596671 w 2596671"/>
              <a:gd name="connsiteY2" fmla="*/ 0 h 307838"/>
              <a:gd name="connsiteX3" fmla="*/ 2439285 w 2596671"/>
              <a:gd name="connsiteY3" fmla="*/ 60494 h 307838"/>
              <a:gd name="connsiteX4" fmla="*/ 2263985 w 2596671"/>
              <a:gd name="connsiteY4" fmla="*/ 307838 h 307838"/>
              <a:gd name="connsiteX5" fmla="*/ 0 w 2596671"/>
              <a:gd name="connsiteY5" fmla="*/ 307838 h 307838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607755 w 2607755"/>
              <a:gd name="connsiteY2" fmla="*/ 49996 h 247344"/>
              <a:gd name="connsiteX3" fmla="*/ 2439285 w 2607755"/>
              <a:gd name="connsiteY3" fmla="*/ 0 h 247344"/>
              <a:gd name="connsiteX4" fmla="*/ 2263985 w 2607755"/>
              <a:gd name="connsiteY4" fmla="*/ 247344 h 247344"/>
              <a:gd name="connsiteX5" fmla="*/ 0 w 2607755"/>
              <a:gd name="connsiteY5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448997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548749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35949 h 235949"/>
              <a:gd name="connsiteX1" fmla="*/ 0 w 2607755"/>
              <a:gd name="connsiteY1" fmla="*/ 1569 h 235949"/>
              <a:gd name="connsiteX2" fmla="*/ 2559833 w 2607755"/>
              <a:gd name="connsiteY2" fmla="*/ 3791 h 235949"/>
              <a:gd name="connsiteX3" fmla="*/ 2607755 w 2607755"/>
              <a:gd name="connsiteY3" fmla="*/ 38601 h 235949"/>
              <a:gd name="connsiteX4" fmla="*/ 2322908 w 2607755"/>
              <a:gd name="connsiteY4" fmla="*/ 7655 h 235949"/>
              <a:gd name="connsiteX5" fmla="*/ 2263985 w 2607755"/>
              <a:gd name="connsiteY5" fmla="*/ 235949 h 235949"/>
              <a:gd name="connsiteX6" fmla="*/ 0 w 2607755"/>
              <a:gd name="connsiteY6" fmla="*/ 235949 h 235949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1365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9308 h 239308"/>
              <a:gd name="connsiteX1" fmla="*/ 0 w 2607755"/>
              <a:gd name="connsiteY1" fmla="*/ 4928 h 239308"/>
              <a:gd name="connsiteX2" fmla="*/ 2543207 w 2607755"/>
              <a:gd name="connsiteY2" fmla="*/ 3340 h 239308"/>
              <a:gd name="connsiteX3" fmla="*/ 2607755 w 2607755"/>
              <a:gd name="connsiteY3" fmla="*/ 41960 h 239308"/>
              <a:gd name="connsiteX4" fmla="*/ 2322908 w 2607755"/>
              <a:gd name="connsiteY4" fmla="*/ 11014 h 239308"/>
              <a:gd name="connsiteX5" fmla="*/ 2263985 w 2607755"/>
              <a:gd name="connsiteY5" fmla="*/ 239308 h 239308"/>
              <a:gd name="connsiteX6" fmla="*/ 0 w 2607755"/>
              <a:gd name="connsiteY6" fmla="*/ 239308 h 239308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5968 h 235968"/>
              <a:gd name="connsiteX1" fmla="*/ 0 w 2607755"/>
              <a:gd name="connsiteY1" fmla="*/ 1588 h 235968"/>
              <a:gd name="connsiteX2" fmla="*/ 2532124 w 2607755"/>
              <a:gd name="connsiteY2" fmla="*/ 0 h 235968"/>
              <a:gd name="connsiteX3" fmla="*/ 2607755 w 2607755"/>
              <a:gd name="connsiteY3" fmla="*/ 38620 h 235968"/>
              <a:gd name="connsiteX4" fmla="*/ 2322908 w 2607755"/>
              <a:gd name="connsiteY4" fmla="*/ 7674 h 235968"/>
              <a:gd name="connsiteX5" fmla="*/ 2263985 w 2607755"/>
              <a:gd name="connsiteY5" fmla="*/ 235968 h 235968"/>
              <a:gd name="connsiteX6" fmla="*/ 0 w 2607755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22908 w 2568963"/>
              <a:gd name="connsiteY4" fmla="*/ 7674 h 235968"/>
              <a:gd name="connsiteX5" fmla="*/ 2263985 w 2568963"/>
              <a:gd name="connsiteY5" fmla="*/ 235968 h 235968"/>
              <a:gd name="connsiteX6" fmla="*/ 0 w 2568963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322908 w 2568963"/>
              <a:gd name="connsiteY5" fmla="*/ 767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16622"/>
              <a:gd name="connsiteY0" fmla="*/ 243534 h 329912"/>
              <a:gd name="connsiteX1" fmla="*/ 0 w 2616622"/>
              <a:gd name="connsiteY1" fmla="*/ 9154 h 329912"/>
              <a:gd name="connsiteX2" fmla="*/ 2532124 w 2616622"/>
              <a:gd name="connsiteY2" fmla="*/ 7566 h 329912"/>
              <a:gd name="connsiteX3" fmla="*/ 2568963 w 2616622"/>
              <a:gd name="connsiteY3" fmla="*/ 145246 h 329912"/>
              <a:gd name="connsiteX4" fmla="*/ 2593083 w 2616622"/>
              <a:gd name="connsiteY4" fmla="*/ 327605 h 329912"/>
              <a:gd name="connsiteX5" fmla="*/ 2616622 w 2616622"/>
              <a:gd name="connsiteY5" fmla="*/ 0 h 329912"/>
              <a:gd name="connsiteX6" fmla="*/ 2263985 w 2616622"/>
              <a:gd name="connsiteY6" fmla="*/ 243534 h 329912"/>
              <a:gd name="connsiteX7" fmla="*/ 0 w 2616622"/>
              <a:gd name="connsiteY7" fmla="*/ 243534 h 329912"/>
              <a:gd name="connsiteX0" fmla="*/ 0 w 2616622"/>
              <a:gd name="connsiteY0" fmla="*/ 243534 h 303510"/>
              <a:gd name="connsiteX1" fmla="*/ 0 w 2616622"/>
              <a:gd name="connsiteY1" fmla="*/ 9154 h 303510"/>
              <a:gd name="connsiteX2" fmla="*/ 2532124 w 2616622"/>
              <a:gd name="connsiteY2" fmla="*/ 7566 h 303510"/>
              <a:gd name="connsiteX3" fmla="*/ 2568963 w 2616622"/>
              <a:gd name="connsiteY3" fmla="*/ 145246 h 303510"/>
              <a:gd name="connsiteX4" fmla="*/ 2476706 w 2616622"/>
              <a:gd name="connsiteY4" fmla="*/ 300935 h 303510"/>
              <a:gd name="connsiteX5" fmla="*/ 2616622 w 2616622"/>
              <a:gd name="connsiteY5" fmla="*/ 0 h 303510"/>
              <a:gd name="connsiteX6" fmla="*/ 2263985 w 2616622"/>
              <a:gd name="connsiteY6" fmla="*/ 243534 h 303510"/>
              <a:gd name="connsiteX7" fmla="*/ 0 w 2616622"/>
              <a:gd name="connsiteY7" fmla="*/ 243534 h 303510"/>
              <a:gd name="connsiteX0" fmla="*/ 0 w 2696708"/>
              <a:gd name="connsiteY0" fmla="*/ 243534 h 322363"/>
              <a:gd name="connsiteX1" fmla="*/ 0 w 2696708"/>
              <a:gd name="connsiteY1" fmla="*/ 9154 h 322363"/>
              <a:gd name="connsiteX2" fmla="*/ 2532124 w 2696708"/>
              <a:gd name="connsiteY2" fmla="*/ 7566 h 322363"/>
              <a:gd name="connsiteX3" fmla="*/ 2568963 w 2696708"/>
              <a:gd name="connsiteY3" fmla="*/ 145246 h 322363"/>
              <a:gd name="connsiteX4" fmla="*/ 2687293 w 2696708"/>
              <a:gd name="connsiteY4" fmla="*/ 319985 h 322363"/>
              <a:gd name="connsiteX5" fmla="*/ 2616622 w 2696708"/>
              <a:gd name="connsiteY5" fmla="*/ 0 h 322363"/>
              <a:gd name="connsiteX6" fmla="*/ 2263985 w 2696708"/>
              <a:gd name="connsiteY6" fmla="*/ 243534 h 322363"/>
              <a:gd name="connsiteX7" fmla="*/ 0 w 2696708"/>
              <a:gd name="connsiteY7" fmla="*/ 243534 h 322363"/>
              <a:gd name="connsiteX0" fmla="*/ 0 w 2687293"/>
              <a:gd name="connsiteY0" fmla="*/ 243534 h 320267"/>
              <a:gd name="connsiteX1" fmla="*/ 0 w 2687293"/>
              <a:gd name="connsiteY1" fmla="*/ 9154 h 320267"/>
              <a:gd name="connsiteX2" fmla="*/ 2532124 w 2687293"/>
              <a:gd name="connsiteY2" fmla="*/ 7566 h 320267"/>
              <a:gd name="connsiteX3" fmla="*/ 2568963 w 2687293"/>
              <a:gd name="connsiteY3" fmla="*/ 145246 h 320267"/>
              <a:gd name="connsiteX4" fmla="*/ 2687293 w 2687293"/>
              <a:gd name="connsiteY4" fmla="*/ 319985 h 320267"/>
              <a:gd name="connsiteX5" fmla="*/ 2616622 w 2687293"/>
              <a:gd name="connsiteY5" fmla="*/ 0 h 320267"/>
              <a:gd name="connsiteX6" fmla="*/ 2263985 w 2687293"/>
              <a:gd name="connsiteY6" fmla="*/ 243534 h 320267"/>
              <a:gd name="connsiteX7" fmla="*/ 0 w 2687293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568963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496921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368"/>
              <a:gd name="connsiteX1" fmla="*/ 0 w 2688142"/>
              <a:gd name="connsiteY1" fmla="*/ 9154 h 320368"/>
              <a:gd name="connsiteX2" fmla="*/ 2532124 w 2688142"/>
              <a:gd name="connsiteY2" fmla="*/ 7566 h 320368"/>
              <a:gd name="connsiteX3" fmla="*/ 2524629 w 2688142"/>
              <a:gd name="connsiteY3" fmla="*/ 202396 h 320368"/>
              <a:gd name="connsiteX4" fmla="*/ 2687293 w 2688142"/>
              <a:gd name="connsiteY4" fmla="*/ 319985 h 320368"/>
              <a:gd name="connsiteX5" fmla="*/ 2616622 w 2688142"/>
              <a:gd name="connsiteY5" fmla="*/ 0 h 320368"/>
              <a:gd name="connsiteX6" fmla="*/ 2263985 w 2688142"/>
              <a:gd name="connsiteY6" fmla="*/ 243534 h 320368"/>
              <a:gd name="connsiteX7" fmla="*/ 0 w 2688142"/>
              <a:gd name="connsiteY7" fmla="*/ 243534 h 32036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25965"/>
              <a:gd name="connsiteY0" fmla="*/ 243699 h 243699"/>
              <a:gd name="connsiteX1" fmla="*/ 0 w 2625965"/>
              <a:gd name="connsiteY1" fmla="*/ 9319 h 243699"/>
              <a:gd name="connsiteX2" fmla="*/ 2532124 w 2625965"/>
              <a:gd name="connsiteY2" fmla="*/ 7731 h 243699"/>
              <a:gd name="connsiteX3" fmla="*/ 2524629 w 2625965"/>
              <a:gd name="connsiteY3" fmla="*/ 202561 h 243699"/>
              <a:gd name="connsiteX4" fmla="*/ 2616622 w 2625965"/>
              <a:gd name="connsiteY4" fmla="*/ 165 h 243699"/>
              <a:gd name="connsiteX5" fmla="*/ 2263985 w 2625965"/>
              <a:gd name="connsiteY5" fmla="*/ 243699 h 243699"/>
              <a:gd name="connsiteX6" fmla="*/ 0 w 2625965"/>
              <a:gd name="connsiteY6" fmla="*/ 243699 h 243699"/>
              <a:gd name="connsiteX0" fmla="*/ 0 w 2763149"/>
              <a:gd name="connsiteY0" fmla="*/ 259531 h 259531"/>
              <a:gd name="connsiteX1" fmla="*/ 0 w 2763149"/>
              <a:gd name="connsiteY1" fmla="*/ 25151 h 259531"/>
              <a:gd name="connsiteX2" fmla="*/ 2532124 w 2763149"/>
              <a:gd name="connsiteY2" fmla="*/ 23563 h 259531"/>
              <a:gd name="connsiteX3" fmla="*/ 2616622 w 2763149"/>
              <a:gd name="connsiteY3" fmla="*/ 15997 h 259531"/>
              <a:gd name="connsiteX4" fmla="*/ 2263985 w 2763149"/>
              <a:gd name="connsiteY4" fmla="*/ 259531 h 259531"/>
              <a:gd name="connsiteX5" fmla="*/ 0 w 2763149"/>
              <a:gd name="connsiteY5" fmla="*/ 259531 h 259531"/>
              <a:gd name="connsiteX0" fmla="*/ 0 w 2724840"/>
              <a:gd name="connsiteY0" fmla="*/ 235968 h 235968"/>
              <a:gd name="connsiteX1" fmla="*/ 0 w 2724840"/>
              <a:gd name="connsiteY1" fmla="*/ 1588 h 235968"/>
              <a:gd name="connsiteX2" fmla="*/ 2532124 w 2724840"/>
              <a:gd name="connsiteY2" fmla="*/ 0 h 235968"/>
              <a:gd name="connsiteX3" fmla="*/ 2263985 w 2724840"/>
              <a:gd name="connsiteY3" fmla="*/ 235968 h 235968"/>
              <a:gd name="connsiteX4" fmla="*/ 0 w 2724840"/>
              <a:gd name="connsiteY4" fmla="*/ 235968 h 235968"/>
              <a:gd name="connsiteX0" fmla="*/ 0 w 2532123"/>
              <a:gd name="connsiteY0" fmla="*/ 235968 h 235968"/>
              <a:gd name="connsiteX1" fmla="*/ 0 w 2532123"/>
              <a:gd name="connsiteY1" fmla="*/ 1588 h 235968"/>
              <a:gd name="connsiteX2" fmla="*/ 2532124 w 2532123"/>
              <a:gd name="connsiteY2" fmla="*/ 0 h 235968"/>
              <a:gd name="connsiteX3" fmla="*/ 2263985 w 2532123"/>
              <a:gd name="connsiteY3" fmla="*/ 235968 h 235968"/>
              <a:gd name="connsiteX4" fmla="*/ 0 w 2532123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153150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6103"/>
              <a:gd name="connsiteX1" fmla="*/ 0 w 2532124"/>
              <a:gd name="connsiteY1" fmla="*/ 1588 h 236103"/>
              <a:gd name="connsiteX2" fmla="*/ 2532124 w 2532124"/>
              <a:gd name="connsiteY2" fmla="*/ 0 h 236103"/>
              <a:gd name="connsiteX3" fmla="*/ 2153150 w 2532124"/>
              <a:gd name="connsiteY3" fmla="*/ 235968 h 236103"/>
              <a:gd name="connsiteX4" fmla="*/ 0 w 2532124"/>
              <a:gd name="connsiteY4" fmla="*/ 235968 h 236103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49807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49807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430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085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2124" h="246128">
                <a:moveTo>
                  <a:pt x="0" y="235968"/>
                </a:moveTo>
                <a:lnTo>
                  <a:pt x="0" y="1588"/>
                </a:lnTo>
                <a:lnTo>
                  <a:pt x="2532124" y="0"/>
                </a:lnTo>
                <a:cubicBezTo>
                  <a:pt x="2401274" y="64463"/>
                  <a:pt x="2518072" y="231565"/>
                  <a:pt x="2380859" y="246128"/>
                </a:cubicBezTo>
                <a:lnTo>
                  <a:pt x="0" y="235968"/>
                </a:lnTo>
                <a:close/>
              </a:path>
            </a:pathLst>
          </a:cu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Approach</a:t>
            </a:r>
          </a:p>
        </p:txBody>
      </p:sp>
      <p:sp>
        <p:nvSpPr>
          <p:cNvPr id="17" name="Rectangle: Rounded Corners 17">
            <a:extLst>
              <a:ext uri="{FF2B5EF4-FFF2-40B4-BE49-F238E27FC236}">
                <a16:creationId xmlns:a16="http://schemas.microsoft.com/office/drawing/2014/main" id="{E68E4042-6D0E-DFF7-8501-0F39B61B0B56}"/>
              </a:ext>
            </a:extLst>
          </p:cNvPr>
          <p:cNvSpPr/>
          <p:nvPr/>
        </p:nvSpPr>
        <p:spPr>
          <a:xfrm>
            <a:off x="6475880" y="1351280"/>
            <a:ext cx="177796" cy="1165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sz="1199" b="1">
              <a:solidFill>
                <a:schemeClr val="tx1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21657C-1D9A-6025-6D0C-C23D1EA62B74}"/>
              </a:ext>
            </a:extLst>
          </p:cNvPr>
          <p:cNvSpPr/>
          <p:nvPr/>
        </p:nvSpPr>
        <p:spPr>
          <a:xfrm>
            <a:off x="2864083" y="1425657"/>
            <a:ext cx="5646580" cy="118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63" tIns="252000" rIns="107944" bIns="719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Optimise power allocation across the group's plants within the state, day-ahead and intraday</a:t>
            </a:r>
          </a:p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Bring generation, consumption, exchange purchases and renewable sources into one balance</a:t>
            </a:r>
          </a:p>
          <a:p>
            <a:pPr marL="123825" indent="-123825" defTabSz="1209381">
              <a:spcBef>
                <a:spcPct val="15000"/>
              </a:spcBef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defRPr/>
            </a:pPr>
            <a:r>
              <a:rPr kumimoji="0" lang="en-IN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EYInterstate Light" panose="02000506000000020004" pitchFamily="2" charset="0"/>
                <a:cs typeface="Arial" pitchFamily="34" charset="0"/>
                <a:sym typeface="Arial" panose="020B0604020202020204" pitchFamily="34" charset="0"/>
              </a:rPr>
              <a:t>Minimise the losses that come from energy being mis-allocated at slot level</a:t>
            </a:r>
          </a:p>
        </p:txBody>
      </p:sp>
      <p:sp>
        <p:nvSpPr>
          <p:cNvPr id="21" name="Rectangle: Rounded Corners 17">
            <a:extLst>
              <a:ext uri="{FF2B5EF4-FFF2-40B4-BE49-F238E27FC236}">
                <a16:creationId xmlns:a16="http://schemas.microsoft.com/office/drawing/2014/main" id="{9590CAAE-03BA-4D44-A382-012D117D427E}"/>
              </a:ext>
            </a:extLst>
          </p:cNvPr>
          <p:cNvSpPr/>
          <p:nvPr/>
        </p:nvSpPr>
        <p:spPr>
          <a:xfrm>
            <a:off x="2864084" y="1351280"/>
            <a:ext cx="3726384" cy="236309"/>
          </a:xfrm>
          <a:custGeom>
            <a:avLst/>
            <a:gdLst>
              <a:gd name="connsiteX0" fmla="*/ 0 w 2392913"/>
              <a:gd name="connsiteY0" fmla="*/ 64464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8" fmla="*/ 0 w 2392913"/>
              <a:gd name="connsiteY8" fmla="*/ 64464 h 234380"/>
              <a:gd name="connsiteX0" fmla="*/ 0 w 2392913"/>
              <a:gd name="connsiteY0" fmla="*/ 169916 h 234380"/>
              <a:gd name="connsiteX1" fmla="*/ 64464 w 2392913"/>
              <a:gd name="connsiteY1" fmla="*/ 0 h 234380"/>
              <a:gd name="connsiteX2" fmla="*/ 2328449 w 2392913"/>
              <a:gd name="connsiteY2" fmla="*/ 0 h 234380"/>
              <a:gd name="connsiteX3" fmla="*/ 2392913 w 2392913"/>
              <a:gd name="connsiteY3" fmla="*/ 64464 h 234380"/>
              <a:gd name="connsiteX4" fmla="*/ 2392913 w 2392913"/>
              <a:gd name="connsiteY4" fmla="*/ 169916 h 234380"/>
              <a:gd name="connsiteX5" fmla="*/ 2328449 w 2392913"/>
              <a:gd name="connsiteY5" fmla="*/ 234380 h 234380"/>
              <a:gd name="connsiteX6" fmla="*/ 64464 w 2392913"/>
              <a:gd name="connsiteY6" fmla="*/ 234380 h 234380"/>
              <a:gd name="connsiteX7" fmla="*/ 0 w 2392913"/>
              <a:gd name="connsiteY7" fmla="*/ 169916 h 234380"/>
              <a:gd name="connsiteX0" fmla="*/ 282998 w 2611447"/>
              <a:gd name="connsiteY0" fmla="*/ 234380 h 234380"/>
              <a:gd name="connsiteX1" fmla="*/ 282998 w 2611447"/>
              <a:gd name="connsiteY1" fmla="*/ 0 h 234380"/>
              <a:gd name="connsiteX2" fmla="*/ 2546983 w 2611447"/>
              <a:gd name="connsiteY2" fmla="*/ 0 h 234380"/>
              <a:gd name="connsiteX3" fmla="*/ 2611447 w 2611447"/>
              <a:gd name="connsiteY3" fmla="*/ 64464 h 234380"/>
              <a:gd name="connsiteX4" fmla="*/ 2611447 w 2611447"/>
              <a:gd name="connsiteY4" fmla="*/ 169916 h 234380"/>
              <a:gd name="connsiteX5" fmla="*/ 2546983 w 2611447"/>
              <a:gd name="connsiteY5" fmla="*/ 234380 h 234380"/>
              <a:gd name="connsiteX6" fmla="*/ 282998 w 2611447"/>
              <a:gd name="connsiteY6" fmla="*/ 234380 h 234380"/>
              <a:gd name="connsiteX0" fmla="*/ 167703 w 2496152"/>
              <a:gd name="connsiteY0" fmla="*/ 234380 h 234380"/>
              <a:gd name="connsiteX1" fmla="*/ 167703 w 2496152"/>
              <a:gd name="connsiteY1" fmla="*/ 0 h 234380"/>
              <a:gd name="connsiteX2" fmla="*/ 2431688 w 2496152"/>
              <a:gd name="connsiteY2" fmla="*/ 0 h 234380"/>
              <a:gd name="connsiteX3" fmla="*/ 2496152 w 2496152"/>
              <a:gd name="connsiteY3" fmla="*/ 64464 h 234380"/>
              <a:gd name="connsiteX4" fmla="*/ 2496152 w 2496152"/>
              <a:gd name="connsiteY4" fmla="*/ 169916 h 234380"/>
              <a:gd name="connsiteX5" fmla="*/ 2431688 w 2496152"/>
              <a:gd name="connsiteY5" fmla="*/ 234380 h 234380"/>
              <a:gd name="connsiteX6" fmla="*/ 167703 w 2496152"/>
              <a:gd name="connsiteY6" fmla="*/ 234380 h 234380"/>
              <a:gd name="connsiteX0" fmla="*/ 0 w 2328449"/>
              <a:gd name="connsiteY0" fmla="*/ 234380 h 234380"/>
              <a:gd name="connsiteX1" fmla="*/ 0 w 2328449"/>
              <a:gd name="connsiteY1" fmla="*/ 0 h 234380"/>
              <a:gd name="connsiteX2" fmla="*/ 2263985 w 2328449"/>
              <a:gd name="connsiteY2" fmla="*/ 0 h 234380"/>
              <a:gd name="connsiteX3" fmla="*/ 2328449 w 2328449"/>
              <a:gd name="connsiteY3" fmla="*/ 64464 h 234380"/>
              <a:gd name="connsiteX4" fmla="*/ 2328449 w 2328449"/>
              <a:gd name="connsiteY4" fmla="*/ 169916 h 234380"/>
              <a:gd name="connsiteX5" fmla="*/ 2263985 w 2328449"/>
              <a:gd name="connsiteY5" fmla="*/ 234380 h 234380"/>
              <a:gd name="connsiteX6" fmla="*/ 0 w 2328449"/>
              <a:gd name="connsiteY6" fmla="*/ 234380 h 234380"/>
              <a:gd name="connsiteX0" fmla="*/ 0 w 2541253"/>
              <a:gd name="connsiteY0" fmla="*/ 237015 h 237015"/>
              <a:gd name="connsiteX1" fmla="*/ 0 w 2541253"/>
              <a:gd name="connsiteY1" fmla="*/ 2635 h 237015"/>
              <a:gd name="connsiteX2" fmla="*/ 2263985 w 2541253"/>
              <a:gd name="connsiteY2" fmla="*/ 2635 h 237015"/>
              <a:gd name="connsiteX3" fmla="*/ 2541253 w 2541253"/>
              <a:gd name="connsiteY3" fmla="*/ 24427 h 237015"/>
              <a:gd name="connsiteX4" fmla="*/ 2328449 w 2541253"/>
              <a:gd name="connsiteY4" fmla="*/ 172551 h 237015"/>
              <a:gd name="connsiteX5" fmla="*/ 2263985 w 2541253"/>
              <a:gd name="connsiteY5" fmla="*/ 237015 h 237015"/>
              <a:gd name="connsiteX6" fmla="*/ 0 w 2541253"/>
              <a:gd name="connsiteY6" fmla="*/ 237015 h 237015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179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41253"/>
              <a:gd name="connsiteY0" fmla="*/ 234380 h 234380"/>
              <a:gd name="connsiteX1" fmla="*/ 0 w 2541253"/>
              <a:gd name="connsiteY1" fmla="*/ 0 h 234380"/>
              <a:gd name="connsiteX2" fmla="*/ 2541253 w 2541253"/>
              <a:gd name="connsiteY2" fmla="*/ 2742 h 234380"/>
              <a:gd name="connsiteX3" fmla="*/ 2328449 w 2541253"/>
              <a:gd name="connsiteY3" fmla="*/ 169916 h 234380"/>
              <a:gd name="connsiteX4" fmla="*/ 2263985 w 2541253"/>
              <a:gd name="connsiteY4" fmla="*/ 234380 h 234380"/>
              <a:gd name="connsiteX5" fmla="*/ 0 w 2541253"/>
              <a:gd name="connsiteY5" fmla="*/ 234380 h 234380"/>
              <a:gd name="connsiteX0" fmla="*/ 0 w 2552337"/>
              <a:gd name="connsiteY0" fmla="*/ 235448 h 235448"/>
              <a:gd name="connsiteX1" fmla="*/ 0 w 2552337"/>
              <a:gd name="connsiteY1" fmla="*/ 1068 h 235448"/>
              <a:gd name="connsiteX2" fmla="*/ 2552337 w 2552337"/>
              <a:gd name="connsiteY2" fmla="*/ 0 h 235448"/>
              <a:gd name="connsiteX3" fmla="*/ 2328449 w 2552337"/>
              <a:gd name="connsiteY3" fmla="*/ 170984 h 235448"/>
              <a:gd name="connsiteX4" fmla="*/ 2263985 w 2552337"/>
              <a:gd name="connsiteY4" fmla="*/ 235448 h 235448"/>
              <a:gd name="connsiteX5" fmla="*/ 0 w 2552337"/>
              <a:gd name="connsiteY5" fmla="*/ 235448 h 235448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52337"/>
              <a:gd name="connsiteY0" fmla="*/ 247344 h 247344"/>
              <a:gd name="connsiteX1" fmla="*/ 0 w 2552337"/>
              <a:gd name="connsiteY1" fmla="*/ 12964 h 247344"/>
              <a:gd name="connsiteX2" fmla="*/ 2552337 w 2552337"/>
              <a:gd name="connsiteY2" fmla="*/ 11896 h 247344"/>
              <a:gd name="connsiteX3" fmla="*/ 2439285 w 2552337"/>
              <a:gd name="connsiteY3" fmla="*/ 0 h 247344"/>
              <a:gd name="connsiteX4" fmla="*/ 2263985 w 2552337"/>
              <a:gd name="connsiteY4" fmla="*/ 247344 h 247344"/>
              <a:gd name="connsiteX5" fmla="*/ 0 w 2552337"/>
              <a:gd name="connsiteY5" fmla="*/ 247344 h 247344"/>
              <a:gd name="connsiteX0" fmla="*/ 0 w 2596671"/>
              <a:gd name="connsiteY0" fmla="*/ 307838 h 307838"/>
              <a:gd name="connsiteX1" fmla="*/ 0 w 2596671"/>
              <a:gd name="connsiteY1" fmla="*/ 73458 h 307838"/>
              <a:gd name="connsiteX2" fmla="*/ 2596671 w 2596671"/>
              <a:gd name="connsiteY2" fmla="*/ 0 h 307838"/>
              <a:gd name="connsiteX3" fmla="*/ 2439285 w 2596671"/>
              <a:gd name="connsiteY3" fmla="*/ 60494 h 307838"/>
              <a:gd name="connsiteX4" fmla="*/ 2263985 w 2596671"/>
              <a:gd name="connsiteY4" fmla="*/ 307838 h 307838"/>
              <a:gd name="connsiteX5" fmla="*/ 0 w 2596671"/>
              <a:gd name="connsiteY5" fmla="*/ 307838 h 307838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607755 w 2607755"/>
              <a:gd name="connsiteY2" fmla="*/ 49996 h 247344"/>
              <a:gd name="connsiteX3" fmla="*/ 2439285 w 2607755"/>
              <a:gd name="connsiteY3" fmla="*/ 0 h 247344"/>
              <a:gd name="connsiteX4" fmla="*/ 2263985 w 2607755"/>
              <a:gd name="connsiteY4" fmla="*/ 247344 h 247344"/>
              <a:gd name="connsiteX5" fmla="*/ 0 w 2607755"/>
              <a:gd name="connsiteY5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7344 h 247344"/>
              <a:gd name="connsiteX1" fmla="*/ 0 w 2607755"/>
              <a:gd name="connsiteY1" fmla="*/ 12964 h 247344"/>
              <a:gd name="connsiteX2" fmla="*/ 2448997 w 2607755"/>
              <a:gd name="connsiteY2" fmla="*/ 7566 h 247344"/>
              <a:gd name="connsiteX3" fmla="*/ 2607755 w 2607755"/>
              <a:gd name="connsiteY3" fmla="*/ 49996 h 247344"/>
              <a:gd name="connsiteX4" fmla="*/ 2439285 w 2607755"/>
              <a:gd name="connsiteY4" fmla="*/ 0 h 247344"/>
              <a:gd name="connsiteX5" fmla="*/ 2263985 w 2607755"/>
              <a:gd name="connsiteY5" fmla="*/ 247344 h 247344"/>
              <a:gd name="connsiteX6" fmla="*/ 0 w 2607755"/>
              <a:gd name="connsiteY6" fmla="*/ 247344 h 247344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448997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42767 h 242767"/>
              <a:gd name="connsiteX1" fmla="*/ 0 w 2607755"/>
              <a:gd name="connsiteY1" fmla="*/ 8387 h 242767"/>
              <a:gd name="connsiteX2" fmla="*/ 2548749 w 2607755"/>
              <a:gd name="connsiteY2" fmla="*/ 2989 h 242767"/>
              <a:gd name="connsiteX3" fmla="*/ 2607755 w 2607755"/>
              <a:gd name="connsiteY3" fmla="*/ 45419 h 242767"/>
              <a:gd name="connsiteX4" fmla="*/ 2322908 w 2607755"/>
              <a:gd name="connsiteY4" fmla="*/ 14473 h 242767"/>
              <a:gd name="connsiteX5" fmla="*/ 2263985 w 2607755"/>
              <a:gd name="connsiteY5" fmla="*/ 242767 h 242767"/>
              <a:gd name="connsiteX6" fmla="*/ 0 w 2607755"/>
              <a:gd name="connsiteY6" fmla="*/ 242767 h 242767"/>
              <a:gd name="connsiteX0" fmla="*/ 0 w 2607755"/>
              <a:gd name="connsiteY0" fmla="*/ 235949 h 235949"/>
              <a:gd name="connsiteX1" fmla="*/ 0 w 2607755"/>
              <a:gd name="connsiteY1" fmla="*/ 1569 h 235949"/>
              <a:gd name="connsiteX2" fmla="*/ 2559833 w 2607755"/>
              <a:gd name="connsiteY2" fmla="*/ 3791 h 235949"/>
              <a:gd name="connsiteX3" fmla="*/ 2607755 w 2607755"/>
              <a:gd name="connsiteY3" fmla="*/ 38601 h 235949"/>
              <a:gd name="connsiteX4" fmla="*/ 2322908 w 2607755"/>
              <a:gd name="connsiteY4" fmla="*/ 7655 h 235949"/>
              <a:gd name="connsiteX5" fmla="*/ 2263985 w 2607755"/>
              <a:gd name="connsiteY5" fmla="*/ 235949 h 235949"/>
              <a:gd name="connsiteX6" fmla="*/ 0 w 2607755"/>
              <a:gd name="connsiteY6" fmla="*/ 235949 h 235949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1365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6537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9308 h 239308"/>
              <a:gd name="connsiteX1" fmla="*/ 0 w 2607755"/>
              <a:gd name="connsiteY1" fmla="*/ 4928 h 239308"/>
              <a:gd name="connsiteX2" fmla="*/ 2543207 w 2607755"/>
              <a:gd name="connsiteY2" fmla="*/ 3340 h 239308"/>
              <a:gd name="connsiteX3" fmla="*/ 2607755 w 2607755"/>
              <a:gd name="connsiteY3" fmla="*/ 41960 h 239308"/>
              <a:gd name="connsiteX4" fmla="*/ 2322908 w 2607755"/>
              <a:gd name="connsiteY4" fmla="*/ 11014 h 239308"/>
              <a:gd name="connsiteX5" fmla="*/ 2263985 w 2607755"/>
              <a:gd name="connsiteY5" fmla="*/ 239308 h 239308"/>
              <a:gd name="connsiteX6" fmla="*/ 0 w 2607755"/>
              <a:gd name="connsiteY6" fmla="*/ 239308 h 239308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4380 h 234380"/>
              <a:gd name="connsiteX1" fmla="*/ 0 w 2607755"/>
              <a:gd name="connsiteY1" fmla="*/ 0 h 234380"/>
              <a:gd name="connsiteX2" fmla="*/ 2532124 w 2607755"/>
              <a:gd name="connsiteY2" fmla="*/ 6032 h 234380"/>
              <a:gd name="connsiteX3" fmla="*/ 2607755 w 2607755"/>
              <a:gd name="connsiteY3" fmla="*/ 37032 h 234380"/>
              <a:gd name="connsiteX4" fmla="*/ 2322908 w 2607755"/>
              <a:gd name="connsiteY4" fmla="*/ 6086 h 234380"/>
              <a:gd name="connsiteX5" fmla="*/ 2263985 w 2607755"/>
              <a:gd name="connsiteY5" fmla="*/ 234380 h 234380"/>
              <a:gd name="connsiteX6" fmla="*/ 0 w 2607755"/>
              <a:gd name="connsiteY6" fmla="*/ 234380 h 234380"/>
              <a:gd name="connsiteX0" fmla="*/ 0 w 2607755"/>
              <a:gd name="connsiteY0" fmla="*/ 235968 h 235968"/>
              <a:gd name="connsiteX1" fmla="*/ 0 w 2607755"/>
              <a:gd name="connsiteY1" fmla="*/ 1588 h 235968"/>
              <a:gd name="connsiteX2" fmla="*/ 2532124 w 2607755"/>
              <a:gd name="connsiteY2" fmla="*/ 0 h 235968"/>
              <a:gd name="connsiteX3" fmla="*/ 2607755 w 2607755"/>
              <a:gd name="connsiteY3" fmla="*/ 38620 h 235968"/>
              <a:gd name="connsiteX4" fmla="*/ 2322908 w 2607755"/>
              <a:gd name="connsiteY4" fmla="*/ 7674 h 235968"/>
              <a:gd name="connsiteX5" fmla="*/ 2263985 w 2607755"/>
              <a:gd name="connsiteY5" fmla="*/ 235968 h 235968"/>
              <a:gd name="connsiteX6" fmla="*/ 0 w 2607755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22908 w 2568963"/>
              <a:gd name="connsiteY4" fmla="*/ 7674 h 235968"/>
              <a:gd name="connsiteX5" fmla="*/ 2263985 w 2568963"/>
              <a:gd name="connsiteY5" fmla="*/ 235968 h 235968"/>
              <a:gd name="connsiteX6" fmla="*/ 0 w 2568963"/>
              <a:gd name="connsiteY6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322908 w 2568963"/>
              <a:gd name="connsiteY5" fmla="*/ 767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376955 w 2568963"/>
              <a:gd name="connsiteY4" fmla="*/ 9143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568963"/>
              <a:gd name="connsiteY0" fmla="*/ 235968 h 235968"/>
              <a:gd name="connsiteX1" fmla="*/ 0 w 2568963"/>
              <a:gd name="connsiteY1" fmla="*/ 1588 h 235968"/>
              <a:gd name="connsiteX2" fmla="*/ 2532124 w 2568963"/>
              <a:gd name="connsiteY2" fmla="*/ 0 h 235968"/>
              <a:gd name="connsiteX3" fmla="*/ 2568963 w 2568963"/>
              <a:gd name="connsiteY3" fmla="*/ 137680 h 235968"/>
              <a:gd name="connsiteX4" fmla="*/ 2448998 w 2568963"/>
              <a:gd name="connsiteY4" fmla="*/ 160019 h 235968"/>
              <a:gd name="connsiteX5" fmla="*/ 2533496 w 2568963"/>
              <a:gd name="connsiteY5" fmla="*/ 54 h 235968"/>
              <a:gd name="connsiteX6" fmla="*/ 2263985 w 2568963"/>
              <a:gd name="connsiteY6" fmla="*/ 235968 h 235968"/>
              <a:gd name="connsiteX7" fmla="*/ 0 w 2568963"/>
              <a:gd name="connsiteY7" fmla="*/ 235968 h 235968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07588"/>
              <a:gd name="connsiteY0" fmla="*/ 235968 h 322346"/>
              <a:gd name="connsiteX1" fmla="*/ 0 w 2607588"/>
              <a:gd name="connsiteY1" fmla="*/ 1588 h 322346"/>
              <a:gd name="connsiteX2" fmla="*/ 2532124 w 2607588"/>
              <a:gd name="connsiteY2" fmla="*/ 0 h 322346"/>
              <a:gd name="connsiteX3" fmla="*/ 2568963 w 2607588"/>
              <a:gd name="connsiteY3" fmla="*/ 137680 h 322346"/>
              <a:gd name="connsiteX4" fmla="*/ 2593083 w 2607588"/>
              <a:gd name="connsiteY4" fmla="*/ 320039 h 322346"/>
              <a:gd name="connsiteX5" fmla="*/ 2533496 w 2607588"/>
              <a:gd name="connsiteY5" fmla="*/ 54 h 322346"/>
              <a:gd name="connsiteX6" fmla="*/ 2263985 w 2607588"/>
              <a:gd name="connsiteY6" fmla="*/ 235968 h 322346"/>
              <a:gd name="connsiteX7" fmla="*/ 0 w 2607588"/>
              <a:gd name="connsiteY7" fmla="*/ 235968 h 322346"/>
              <a:gd name="connsiteX0" fmla="*/ 0 w 2616622"/>
              <a:gd name="connsiteY0" fmla="*/ 243534 h 329912"/>
              <a:gd name="connsiteX1" fmla="*/ 0 w 2616622"/>
              <a:gd name="connsiteY1" fmla="*/ 9154 h 329912"/>
              <a:gd name="connsiteX2" fmla="*/ 2532124 w 2616622"/>
              <a:gd name="connsiteY2" fmla="*/ 7566 h 329912"/>
              <a:gd name="connsiteX3" fmla="*/ 2568963 w 2616622"/>
              <a:gd name="connsiteY3" fmla="*/ 145246 h 329912"/>
              <a:gd name="connsiteX4" fmla="*/ 2593083 w 2616622"/>
              <a:gd name="connsiteY4" fmla="*/ 327605 h 329912"/>
              <a:gd name="connsiteX5" fmla="*/ 2616622 w 2616622"/>
              <a:gd name="connsiteY5" fmla="*/ 0 h 329912"/>
              <a:gd name="connsiteX6" fmla="*/ 2263985 w 2616622"/>
              <a:gd name="connsiteY6" fmla="*/ 243534 h 329912"/>
              <a:gd name="connsiteX7" fmla="*/ 0 w 2616622"/>
              <a:gd name="connsiteY7" fmla="*/ 243534 h 329912"/>
              <a:gd name="connsiteX0" fmla="*/ 0 w 2616622"/>
              <a:gd name="connsiteY0" fmla="*/ 243534 h 303510"/>
              <a:gd name="connsiteX1" fmla="*/ 0 w 2616622"/>
              <a:gd name="connsiteY1" fmla="*/ 9154 h 303510"/>
              <a:gd name="connsiteX2" fmla="*/ 2532124 w 2616622"/>
              <a:gd name="connsiteY2" fmla="*/ 7566 h 303510"/>
              <a:gd name="connsiteX3" fmla="*/ 2568963 w 2616622"/>
              <a:gd name="connsiteY3" fmla="*/ 145246 h 303510"/>
              <a:gd name="connsiteX4" fmla="*/ 2476706 w 2616622"/>
              <a:gd name="connsiteY4" fmla="*/ 300935 h 303510"/>
              <a:gd name="connsiteX5" fmla="*/ 2616622 w 2616622"/>
              <a:gd name="connsiteY5" fmla="*/ 0 h 303510"/>
              <a:gd name="connsiteX6" fmla="*/ 2263985 w 2616622"/>
              <a:gd name="connsiteY6" fmla="*/ 243534 h 303510"/>
              <a:gd name="connsiteX7" fmla="*/ 0 w 2616622"/>
              <a:gd name="connsiteY7" fmla="*/ 243534 h 303510"/>
              <a:gd name="connsiteX0" fmla="*/ 0 w 2696708"/>
              <a:gd name="connsiteY0" fmla="*/ 243534 h 322363"/>
              <a:gd name="connsiteX1" fmla="*/ 0 w 2696708"/>
              <a:gd name="connsiteY1" fmla="*/ 9154 h 322363"/>
              <a:gd name="connsiteX2" fmla="*/ 2532124 w 2696708"/>
              <a:gd name="connsiteY2" fmla="*/ 7566 h 322363"/>
              <a:gd name="connsiteX3" fmla="*/ 2568963 w 2696708"/>
              <a:gd name="connsiteY3" fmla="*/ 145246 h 322363"/>
              <a:gd name="connsiteX4" fmla="*/ 2687293 w 2696708"/>
              <a:gd name="connsiteY4" fmla="*/ 319985 h 322363"/>
              <a:gd name="connsiteX5" fmla="*/ 2616622 w 2696708"/>
              <a:gd name="connsiteY5" fmla="*/ 0 h 322363"/>
              <a:gd name="connsiteX6" fmla="*/ 2263985 w 2696708"/>
              <a:gd name="connsiteY6" fmla="*/ 243534 h 322363"/>
              <a:gd name="connsiteX7" fmla="*/ 0 w 2696708"/>
              <a:gd name="connsiteY7" fmla="*/ 243534 h 322363"/>
              <a:gd name="connsiteX0" fmla="*/ 0 w 2687293"/>
              <a:gd name="connsiteY0" fmla="*/ 243534 h 320267"/>
              <a:gd name="connsiteX1" fmla="*/ 0 w 2687293"/>
              <a:gd name="connsiteY1" fmla="*/ 9154 h 320267"/>
              <a:gd name="connsiteX2" fmla="*/ 2532124 w 2687293"/>
              <a:gd name="connsiteY2" fmla="*/ 7566 h 320267"/>
              <a:gd name="connsiteX3" fmla="*/ 2568963 w 2687293"/>
              <a:gd name="connsiteY3" fmla="*/ 145246 h 320267"/>
              <a:gd name="connsiteX4" fmla="*/ 2687293 w 2687293"/>
              <a:gd name="connsiteY4" fmla="*/ 319985 h 320267"/>
              <a:gd name="connsiteX5" fmla="*/ 2616622 w 2687293"/>
              <a:gd name="connsiteY5" fmla="*/ 0 h 320267"/>
              <a:gd name="connsiteX6" fmla="*/ 2263985 w 2687293"/>
              <a:gd name="connsiteY6" fmla="*/ 243534 h 320267"/>
              <a:gd name="connsiteX7" fmla="*/ 0 w 2687293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568963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267"/>
              <a:gd name="connsiteX1" fmla="*/ 0 w 2688142"/>
              <a:gd name="connsiteY1" fmla="*/ 9154 h 320267"/>
              <a:gd name="connsiteX2" fmla="*/ 2532124 w 2688142"/>
              <a:gd name="connsiteY2" fmla="*/ 7566 h 320267"/>
              <a:gd name="connsiteX3" fmla="*/ 2496921 w 2688142"/>
              <a:gd name="connsiteY3" fmla="*/ 145246 h 320267"/>
              <a:gd name="connsiteX4" fmla="*/ 2687293 w 2688142"/>
              <a:gd name="connsiteY4" fmla="*/ 319985 h 320267"/>
              <a:gd name="connsiteX5" fmla="*/ 2616622 w 2688142"/>
              <a:gd name="connsiteY5" fmla="*/ 0 h 320267"/>
              <a:gd name="connsiteX6" fmla="*/ 2263985 w 2688142"/>
              <a:gd name="connsiteY6" fmla="*/ 243534 h 320267"/>
              <a:gd name="connsiteX7" fmla="*/ 0 w 2688142"/>
              <a:gd name="connsiteY7" fmla="*/ 243534 h 320267"/>
              <a:gd name="connsiteX0" fmla="*/ 0 w 2688142"/>
              <a:gd name="connsiteY0" fmla="*/ 243534 h 320368"/>
              <a:gd name="connsiteX1" fmla="*/ 0 w 2688142"/>
              <a:gd name="connsiteY1" fmla="*/ 9154 h 320368"/>
              <a:gd name="connsiteX2" fmla="*/ 2532124 w 2688142"/>
              <a:gd name="connsiteY2" fmla="*/ 7566 h 320368"/>
              <a:gd name="connsiteX3" fmla="*/ 2524629 w 2688142"/>
              <a:gd name="connsiteY3" fmla="*/ 202396 h 320368"/>
              <a:gd name="connsiteX4" fmla="*/ 2687293 w 2688142"/>
              <a:gd name="connsiteY4" fmla="*/ 319985 h 320368"/>
              <a:gd name="connsiteX5" fmla="*/ 2616622 w 2688142"/>
              <a:gd name="connsiteY5" fmla="*/ 0 h 320368"/>
              <a:gd name="connsiteX6" fmla="*/ 2263985 w 2688142"/>
              <a:gd name="connsiteY6" fmla="*/ 243534 h 320368"/>
              <a:gd name="connsiteX7" fmla="*/ 0 w 2688142"/>
              <a:gd name="connsiteY7" fmla="*/ 243534 h 32036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88142"/>
              <a:gd name="connsiteY0" fmla="*/ 243534 h 320598"/>
              <a:gd name="connsiteX1" fmla="*/ 0 w 2688142"/>
              <a:gd name="connsiteY1" fmla="*/ 9154 h 320598"/>
              <a:gd name="connsiteX2" fmla="*/ 2532124 w 2688142"/>
              <a:gd name="connsiteY2" fmla="*/ 7566 h 320598"/>
              <a:gd name="connsiteX3" fmla="*/ 2524629 w 2688142"/>
              <a:gd name="connsiteY3" fmla="*/ 202396 h 320598"/>
              <a:gd name="connsiteX4" fmla="*/ 2687293 w 2688142"/>
              <a:gd name="connsiteY4" fmla="*/ 319985 h 320598"/>
              <a:gd name="connsiteX5" fmla="*/ 2616622 w 2688142"/>
              <a:gd name="connsiteY5" fmla="*/ 0 h 320598"/>
              <a:gd name="connsiteX6" fmla="*/ 2263985 w 2688142"/>
              <a:gd name="connsiteY6" fmla="*/ 243534 h 320598"/>
              <a:gd name="connsiteX7" fmla="*/ 0 w 2688142"/>
              <a:gd name="connsiteY7" fmla="*/ 243534 h 320598"/>
              <a:gd name="connsiteX0" fmla="*/ 0 w 2625965"/>
              <a:gd name="connsiteY0" fmla="*/ 243699 h 243699"/>
              <a:gd name="connsiteX1" fmla="*/ 0 w 2625965"/>
              <a:gd name="connsiteY1" fmla="*/ 9319 h 243699"/>
              <a:gd name="connsiteX2" fmla="*/ 2532124 w 2625965"/>
              <a:gd name="connsiteY2" fmla="*/ 7731 h 243699"/>
              <a:gd name="connsiteX3" fmla="*/ 2524629 w 2625965"/>
              <a:gd name="connsiteY3" fmla="*/ 202561 h 243699"/>
              <a:gd name="connsiteX4" fmla="*/ 2616622 w 2625965"/>
              <a:gd name="connsiteY4" fmla="*/ 165 h 243699"/>
              <a:gd name="connsiteX5" fmla="*/ 2263985 w 2625965"/>
              <a:gd name="connsiteY5" fmla="*/ 243699 h 243699"/>
              <a:gd name="connsiteX6" fmla="*/ 0 w 2625965"/>
              <a:gd name="connsiteY6" fmla="*/ 243699 h 243699"/>
              <a:gd name="connsiteX0" fmla="*/ 0 w 2763149"/>
              <a:gd name="connsiteY0" fmla="*/ 259531 h 259531"/>
              <a:gd name="connsiteX1" fmla="*/ 0 w 2763149"/>
              <a:gd name="connsiteY1" fmla="*/ 25151 h 259531"/>
              <a:gd name="connsiteX2" fmla="*/ 2532124 w 2763149"/>
              <a:gd name="connsiteY2" fmla="*/ 23563 h 259531"/>
              <a:gd name="connsiteX3" fmla="*/ 2616622 w 2763149"/>
              <a:gd name="connsiteY3" fmla="*/ 15997 h 259531"/>
              <a:gd name="connsiteX4" fmla="*/ 2263985 w 2763149"/>
              <a:gd name="connsiteY4" fmla="*/ 259531 h 259531"/>
              <a:gd name="connsiteX5" fmla="*/ 0 w 2763149"/>
              <a:gd name="connsiteY5" fmla="*/ 259531 h 259531"/>
              <a:gd name="connsiteX0" fmla="*/ 0 w 2724840"/>
              <a:gd name="connsiteY0" fmla="*/ 235968 h 235968"/>
              <a:gd name="connsiteX1" fmla="*/ 0 w 2724840"/>
              <a:gd name="connsiteY1" fmla="*/ 1588 h 235968"/>
              <a:gd name="connsiteX2" fmla="*/ 2532124 w 2724840"/>
              <a:gd name="connsiteY2" fmla="*/ 0 h 235968"/>
              <a:gd name="connsiteX3" fmla="*/ 2263985 w 2724840"/>
              <a:gd name="connsiteY3" fmla="*/ 235968 h 235968"/>
              <a:gd name="connsiteX4" fmla="*/ 0 w 2724840"/>
              <a:gd name="connsiteY4" fmla="*/ 235968 h 235968"/>
              <a:gd name="connsiteX0" fmla="*/ 0 w 2532123"/>
              <a:gd name="connsiteY0" fmla="*/ 235968 h 235968"/>
              <a:gd name="connsiteX1" fmla="*/ 0 w 2532123"/>
              <a:gd name="connsiteY1" fmla="*/ 1588 h 235968"/>
              <a:gd name="connsiteX2" fmla="*/ 2532124 w 2532123"/>
              <a:gd name="connsiteY2" fmla="*/ 0 h 235968"/>
              <a:gd name="connsiteX3" fmla="*/ 2263985 w 2532123"/>
              <a:gd name="connsiteY3" fmla="*/ 235968 h 235968"/>
              <a:gd name="connsiteX4" fmla="*/ 0 w 2532123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263985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5968"/>
              <a:gd name="connsiteX1" fmla="*/ 0 w 2532124"/>
              <a:gd name="connsiteY1" fmla="*/ 1588 h 235968"/>
              <a:gd name="connsiteX2" fmla="*/ 2532124 w 2532124"/>
              <a:gd name="connsiteY2" fmla="*/ 0 h 235968"/>
              <a:gd name="connsiteX3" fmla="*/ 2153150 w 2532124"/>
              <a:gd name="connsiteY3" fmla="*/ 235968 h 235968"/>
              <a:gd name="connsiteX4" fmla="*/ 0 w 2532124"/>
              <a:gd name="connsiteY4" fmla="*/ 235968 h 235968"/>
              <a:gd name="connsiteX0" fmla="*/ 0 w 2532124"/>
              <a:gd name="connsiteY0" fmla="*/ 235968 h 236103"/>
              <a:gd name="connsiteX1" fmla="*/ 0 w 2532124"/>
              <a:gd name="connsiteY1" fmla="*/ 1588 h 236103"/>
              <a:gd name="connsiteX2" fmla="*/ 2532124 w 2532124"/>
              <a:gd name="connsiteY2" fmla="*/ 0 h 236103"/>
              <a:gd name="connsiteX3" fmla="*/ 2153150 w 2532124"/>
              <a:gd name="connsiteY3" fmla="*/ 235968 h 236103"/>
              <a:gd name="connsiteX4" fmla="*/ 0 w 2532124"/>
              <a:gd name="connsiteY4" fmla="*/ 235968 h 236103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35969"/>
              <a:gd name="connsiteX1" fmla="*/ 0 w 2532124"/>
              <a:gd name="connsiteY1" fmla="*/ 1588 h 235969"/>
              <a:gd name="connsiteX2" fmla="*/ 2532124 w 2532124"/>
              <a:gd name="connsiteY2" fmla="*/ 0 h 235969"/>
              <a:gd name="connsiteX3" fmla="*/ 2153150 w 2532124"/>
              <a:gd name="connsiteY3" fmla="*/ 235968 h 235969"/>
              <a:gd name="connsiteX4" fmla="*/ 0 w 2532124"/>
              <a:gd name="connsiteY4" fmla="*/ 235968 h 23596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11856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9"/>
              <a:gd name="connsiteX1" fmla="*/ 0 w 2532124"/>
              <a:gd name="connsiteY1" fmla="*/ 1588 h 241049"/>
              <a:gd name="connsiteX2" fmla="*/ 2532124 w 2532124"/>
              <a:gd name="connsiteY2" fmla="*/ 0 h 241049"/>
              <a:gd name="connsiteX3" fmla="*/ 2349807 w 2532124"/>
              <a:gd name="connsiteY3" fmla="*/ 241048 h 241049"/>
              <a:gd name="connsiteX4" fmla="*/ 0 w 2532124"/>
              <a:gd name="connsiteY4" fmla="*/ 235968 h 241049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49807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430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1048"/>
              <a:gd name="connsiteX1" fmla="*/ 0 w 2532124"/>
              <a:gd name="connsiteY1" fmla="*/ 1588 h 241048"/>
              <a:gd name="connsiteX2" fmla="*/ 2532124 w 2532124"/>
              <a:gd name="connsiteY2" fmla="*/ 0 h 241048"/>
              <a:gd name="connsiteX3" fmla="*/ 2380859 w 2532124"/>
              <a:gd name="connsiteY3" fmla="*/ 241048 h 241048"/>
              <a:gd name="connsiteX4" fmla="*/ 0 w 2532124"/>
              <a:gd name="connsiteY4" fmla="*/ 235968 h 24104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  <a:gd name="connsiteX0" fmla="*/ 0 w 2532124"/>
              <a:gd name="connsiteY0" fmla="*/ 235968 h 246128"/>
              <a:gd name="connsiteX1" fmla="*/ 0 w 2532124"/>
              <a:gd name="connsiteY1" fmla="*/ 1588 h 246128"/>
              <a:gd name="connsiteX2" fmla="*/ 2532124 w 2532124"/>
              <a:gd name="connsiteY2" fmla="*/ 0 h 246128"/>
              <a:gd name="connsiteX3" fmla="*/ 2380859 w 2532124"/>
              <a:gd name="connsiteY3" fmla="*/ 246128 h 246128"/>
              <a:gd name="connsiteX4" fmla="*/ 0 w 2532124"/>
              <a:gd name="connsiteY4" fmla="*/ 235968 h 24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2124" h="246128">
                <a:moveTo>
                  <a:pt x="0" y="235968"/>
                </a:moveTo>
                <a:lnTo>
                  <a:pt x="0" y="1588"/>
                </a:lnTo>
                <a:lnTo>
                  <a:pt x="2532124" y="0"/>
                </a:lnTo>
                <a:cubicBezTo>
                  <a:pt x="2401274" y="64463"/>
                  <a:pt x="2518072" y="231565"/>
                  <a:pt x="2380859" y="246128"/>
                </a:cubicBezTo>
                <a:lnTo>
                  <a:pt x="0" y="235968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Scope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818CD7-8D52-2F10-B158-BCC37218007D}"/>
              </a:ext>
            </a:extLst>
          </p:cNvPr>
          <p:cNvSpPr/>
          <p:nvPr/>
        </p:nvSpPr>
        <p:spPr>
          <a:xfrm>
            <a:off x="8600723" y="1425591"/>
            <a:ext cx="2981677" cy="225029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99" b="1">
                <a:solidFill>
                  <a:schemeClr val="tx1"/>
                </a:solidFill>
                <a:latin typeface="EYInterstate Light" panose="02000506000000020004" pitchFamily="2" charset="0"/>
              </a:rPr>
              <a:t>Outcomes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99C4C6-01A7-907E-0204-B9C695AD496A}"/>
              </a:ext>
            </a:extLst>
          </p:cNvPr>
          <p:cNvSpPr txBox="1"/>
          <p:nvPr/>
        </p:nvSpPr>
        <p:spPr>
          <a:xfrm>
            <a:off x="718002" y="2427961"/>
            <a:ext cx="19476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</a:rPr>
              <a:t>A leading metals group balancing power across its plants within a state manually, day-ahead and intraday</a:t>
            </a:r>
          </a:p>
        </p:txBody>
      </p:sp>
      <p:sp>
        <p:nvSpPr>
          <p:cNvPr id="18" name="sectionheader_6392213410529943052" descr="Super Headline">
            <a:extLst>
              <a:ext uri="{FF2B5EF4-FFF2-40B4-BE49-F238E27FC236}">
                <a16:creationId xmlns:a16="http://schemas.microsoft.com/office/drawing/2014/main" id="{DBF3E8F1-5E1A-60FF-AB9E-A814CDBDB2AB}"/>
              </a:ext>
            </a:extLst>
          </p:cNvPr>
          <p:cNvSpPr txBox="1"/>
          <p:nvPr/>
        </p:nvSpPr>
        <p:spPr>
          <a:xfrm>
            <a:off x="603070" y="77800"/>
            <a:ext cx="1381468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  <a:buSzPct val="75000"/>
            </a:pPr>
            <a:r>
              <a:rPr lang="en-US" sz="1200">
                <a:solidFill>
                  <a:srgbClr val="1A9AFA"/>
                </a:solidFill>
                <a:latin typeface="EYInterstate Light" panose="02000506000000020004" pitchFamily="2" charset="0"/>
                <a:cs typeface="Arial" panose="020B0604020202020204" pitchFamily="34" charset="0"/>
              </a:rPr>
              <a:t>Detailed 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AE946-FC84-6FF2-C4FF-616C607FA6FA}"/>
              </a:ext>
            </a:extLst>
          </p:cNvPr>
          <p:cNvSpPr/>
          <p:nvPr/>
        </p:nvSpPr>
        <p:spPr>
          <a:xfrm>
            <a:off x="10810532" y="0"/>
            <a:ext cx="1381468" cy="749808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r>
              <a:rPr lang="en-US" sz="1200">
                <a:solidFill>
                  <a:schemeClr val="bg1"/>
                </a:solidFill>
              </a:rPr>
              <a:t>Metals — power balance</a:t>
            </a:r>
          </a:p>
        </p:txBody>
      </p:sp>
    </p:spTree>
    <p:extLst>
      <p:ext uri="{BB962C8B-B14F-4D97-AF65-F5344CB8AC3E}">
        <p14:creationId xmlns:p14="http://schemas.microsoft.com/office/powerpoint/2010/main" val="10278617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29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B&lt;/m_strFormatTime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18&quot;&gt;&lt;elem m_fUsage=&quot;2.48486059767564926304E+00&quot;&gt;&lt;m_msothmcolidx val=&quot;0&quot;/&gt;&lt;m_rgb r=&quot;7F&quot; g=&quot;7F&quot; b=&quot;88&quot;/&gt;&lt;m_nBrightness endver=&quot;26206&quot; val=&quot;0&quot;/&gt;&lt;/elem&gt;&lt;elem m_fUsage=&quot;2.24171860847316706256E+00&quot;&gt;&lt;m_msothmcolidx val=&quot;0&quot;/&gt;&lt;m_rgb r=&quot;C4&quot; g=&quot;C4&quot; b=&quot;CD&quot;/&gt;&lt;m_nBrightness endver=&quot;26206&quot; val=&quot;0&quot;/&gt;&lt;/elem&gt;&lt;elem m_fUsage=&quot;1.98097005593660902001E+00&quot;&gt;&lt;m_msothmcolidx val=&quot;0&quot;/&gt;&lt;m_rgb r=&quot;A6&quot; g=&quot;A6&quot; b=&quot;AF&quot;/&gt;&lt;m_nBrightness endver=&quot;26206&quot; val=&quot;0&quot;/&gt;&lt;/elem&gt;&lt;elem m_fUsage=&quot;1.68607860171808443539E+00&quot;&gt;&lt;m_msothmcolidx val=&quot;0&quot;/&gt;&lt;m_rgb r=&quot;4E&quot; g=&quot;4E&quot; b=&quot;58&quot;/&gt;&lt;m_nBrightness endver=&quot;26206&quot; val=&quot;0&quot;/&gt;&lt;/elem&gt;&lt;elem m_fUsage=&quot;1.10175955152807381054E+00&quot;&gt;&lt;m_msothmcolidx val=&quot;0&quot;/&gt;&lt;m_rgb r=&quot;74&quot; g=&quot;74&quot; b=&quot;80&quot;/&gt;&lt;m_nBrightness endver=&quot;26206&quot; val=&quot;0&quot;/&gt;&lt;/elem&gt;&lt;elem m_fUsage=&quot;1.66771816996665767086E-01&quot;&gt;&lt;m_msothmcolidx val=&quot;0&quot;/&gt;&lt;m_rgb r=&quot;5E&quot; g=&quot;5E&quot; b=&quot;67&quot;/&gt;&lt;m_nBrightness endver=&quot;26206&quot; val=&quot;0&quot;/&gt;&lt;/elem&gt;&lt;elem m_fUsage=&quot;1.35085171767299283552E-01&quot;&gt;&lt;m_msothmcolidx val=&quot;0&quot;/&gt;&lt;m_rgb r=&quot;CC&quot; g=&quot;CC&quot; b=&quot;D5&quot;/&gt;&lt;m_nBrightness endver=&quot;26206&quot; val=&quot;0&quot;/&gt;&lt;/elem&gt;&lt;elem m_fUsage=&quot;2.73452100805963334296E-02&quot;&gt;&lt;m_msothmcolidx val=&quot;0&quot;/&gt;&lt;m_rgb r=&quot;FF&quot; g=&quot;8D&quot; b=&quot;86&quot;/&gt;&lt;m_nBrightness endver=&quot;26206&quot; val=&quot;0&quot;/&gt;&lt;/elem&gt;&lt;elem m_fUsage=&quot;2.46106890725367004336E-02&quot;&gt;&lt;m_msothmcolidx val=&quot;0&quot;/&gt;&lt;m_rgb r=&quot;E8&quot; g=&quot;0D&quot; b=&quot;00&quot;/&gt;&lt;m_nBrightness endver=&quot;26206&quot; val=&quot;0&quot;/&gt;&lt;/elem&gt;&lt;elem m_fUsage=&quot;1.99346581487547282185E-02&quot;&gt;&lt;m_msothmcolidx val=&quot;0&quot;/&gt;&lt;m_rgb r=&quot;FF&quot; g=&quot;B3&quot; b=&quot;AF&quot;/&gt;&lt;m_nBrightness endver=&quot;26206&quot; val=&quot;0&quot;/&gt;&lt;/elem&gt;&lt;elem m_fUsage=&quot;1.79411923338792557436E-02&quot;&gt;&lt;m_msothmcolidx val=&quot;0&quot;/&gt;&lt;m_rgb r=&quot;FF&quot; g=&quot;D9&quot; b=&quot;D7&quot;/&gt;&lt;m_nBrightness endver=&quot;26206&quot; val=&quot;0&quot;/&gt;&lt;/elem&gt;&lt;elem m_fUsage=&quot;1.64232032682606748919E-02&quot;&gt;&lt;m_msothmcolidx val=&quot;0&quot;/&gt;&lt;m_rgb r=&quot;9B&quot; g=&quot;08&quot; b=&quot;00&quot;/&gt;&lt;m_nBrightness endver=&quot;26206&quot; val=&quot;0&quot;/&gt;&lt;/elem&gt;&lt;elem m_fUsage=&quot;1.19725151825620327456E-02&quot;&gt;&lt;m_msothmcolidx val=&quot;0&quot;/&gt;&lt;m_rgb r=&quot;13&quot; g=&quot;56&quot; b=&quot;55&quot;/&gt;&lt;m_nBrightness endver=&quot;26206&quot; val=&quot;0&quot;/&gt;&lt;/elem&gt;&lt;elem m_fUsage=&quot;1.07752636643058292976E-02&quot;&gt;&lt;m_msothmcolidx val=&quot;0&quot;/&gt;&lt;m_rgb r=&quot;1D&quot; g=&quot;81&quot; b=&quot;7F&quot;/&gt;&lt;m_nBrightness endver=&quot;26206&quot; val=&quot;0&quot;/&gt;&lt;/elem&gt;&lt;elem m_fUsage=&quot;9.69773729787524671475E-03&quot;&gt;&lt;m_msothmcolidx val=&quot;0&quot;/&gt;&lt;m_rgb r=&quot;6D&quot; g=&quot;DE&quot; b=&quot;DC&quot;/&gt;&lt;m_nBrightness endver=&quot;26206&quot; val=&quot;0&quot;/&gt;&lt;/elem&gt;&lt;elem m_fUsage=&quot;8.72796356808772273717E-03&quot;&gt;&lt;m_msothmcolidx val=&quot;0&quot;/&gt;&lt;m_rgb r=&quot;9E&quot; g=&quot;E9&quot; b=&quot;E8&quot;/&gt;&lt;m_nBrightness endver=&quot;26206&quot; val=&quot;0&quot;/&gt;&lt;/elem&gt;&lt;elem m_fUsage=&quot;7.85516721127895063692E-03&quot;&gt;&lt;m_msothmcolidx val=&quot;0&quot;/&gt;&lt;m_rgb r=&quot;CE&quot; g=&quot;F4&quot; b=&quot;F3&quot;/&gt;&lt;m_nBrightness endver=&quot;26206&quot; val=&quot;0&quot;/&gt;&lt;/elem&gt;&lt;elem m_fUsage=&quot;5.72641689702235463094E-03&quot;&gt;&lt;m_msothmcolidx val=&quot;0&quot;/&gt;&lt;m_rgb r=&quot;C0&quot; g=&quot;70&quot; b=&quot;6F&quot;/&gt;&lt;m_nBrightness endver=&quot;26206&quot; val=&quot;0&quot;/&gt;&lt;/elem&gt;&lt;/m_vecMRU&gt;&lt;/m_mruColor&gt;&lt;m_eweekdayFirstOfWeek val=&quot;2&quot;/&gt;&lt;m_eweekdayFirstOfWorkweek val=&quot;2&quot;/&gt;&lt;m_eweekdayFirstOfWeekend val=&quot;7&quot;/&gt;&lt;/CPresentation&gt;&lt;/root&gt;"/>
  <p:tag name="CUSTOMLAYOUT" val="F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WUVlBBH2l3k9hxXzMmW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9g.6aq00WkbNTDofa0y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9g.6aq00WkbNTDofa0y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vXQrk7W43Fy1hqxvsuP4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WUVlBBH2l3k9hxXzMmW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9g.6aq00WkbNTDofa0y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9g.6aq00WkbNTDofa0y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vXQrk7W43Fy1hqxvsuP4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e9e5e1f3-2ee8-4172-b94e-5125acf75fab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9g.6aq00WkbNTDofa0yw"/>
</p:tagLst>
</file>

<file path=ppt/theme/theme1.xml><?xml version="1.0" encoding="utf-8"?>
<a:theme xmlns:a="http://schemas.openxmlformats.org/drawingml/2006/main" name="EY-P Widescreen Template 2024">
  <a:themeElements>
    <a:clrScheme name="EYP2020_PPT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1A9AFA"/>
      </a:accent1>
      <a:accent2>
        <a:srgbClr val="2E2E38"/>
      </a:accent2>
      <a:accent3>
        <a:srgbClr val="747480"/>
      </a:accent3>
      <a:accent4>
        <a:srgbClr val="C4C4CD"/>
      </a:accent4>
      <a:accent5>
        <a:srgbClr val="FF4136"/>
      </a:accent5>
      <a:accent6>
        <a:srgbClr val="2DB757"/>
      </a:accent6>
      <a:hlink>
        <a:srgbClr val="1A9AFA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9525">
          <a:noFill/>
        </a:ln>
      </a:spPr>
      <a:bodyPr lIns="72000" tIns="72000" rIns="72000" bIns="72000" rtlCol="0" anchor="ctr" anchorCtr="0"/>
      <a:lstStyle>
        <a:defPPr algn="l">
          <a:defRPr sz="12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3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>
        <a:spAutoFit/>
      </a:bodyPr>
      <a:lstStyle>
        <a:defPPr marL="171450" indent="-171450" algn="l">
          <a:lnSpc>
            <a:spcPct val="85000"/>
          </a:lnSpc>
          <a:spcAft>
            <a:spcPts val="600"/>
          </a:spcAft>
          <a:buSzPct val="110000"/>
          <a:buFont typeface="EYInterstate Light" panose="02000506000000020004" pitchFamily="2" charset="0"/>
          <a:buChar char="•"/>
          <a:defRPr sz="1100" dirty="0" smtClean="0">
            <a:solidFill>
              <a:schemeClr val="bg1"/>
            </a:solidFill>
          </a:defRPr>
        </a:defPPr>
      </a:lstStyle>
    </a:txDef>
  </a:objectDefaults>
  <a:extraClrSchemeLst/>
  <a:custClrLst>
    <a:custClr name="Teal">
      <a:srgbClr val="27ACAA"/>
    </a:custClr>
    <a:custClr name="Green">
      <a:srgbClr val="2DB757"/>
    </a:custClr>
    <a:custClr name="Orange">
      <a:srgbClr val="FF6D00"/>
    </a:custClr>
    <a:custClr name="Purple">
      <a:srgbClr val="3D108A"/>
    </a:custClr>
    <a:custClr name="Maroon">
      <a:srgbClr val="750E5C"/>
    </a:custClr>
    <a:custClr name="Red">
      <a:srgbClr val="FF4136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42C9C2"/>
    </a:custClr>
    <a:custClr name="Green">
      <a:srgbClr val="34C768"/>
    </a:custClr>
    <a:custClr name="Orange">
      <a:srgbClr val="FF810A"/>
    </a:custClr>
    <a:custClr name="Purple">
      <a:srgbClr val="542EA5"/>
    </a:custClr>
    <a:custClr name="Maroon">
      <a:srgbClr val="922B73"/>
    </a:custClr>
    <a:custClr name="Red">
      <a:srgbClr val="F95D54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60E6E1"/>
    </a:custClr>
    <a:custClr name="Green">
      <a:srgbClr val="57E188"/>
    </a:custClr>
    <a:custClr name="Orange">
      <a:srgbClr val="FF9831"/>
    </a:custClr>
    <a:custClr name="Purple">
      <a:srgbClr val="724BC3"/>
    </a:custClr>
    <a:custClr name="Maroon">
      <a:srgbClr val="B14891"/>
    </a:custClr>
    <a:custClr name="Red">
      <a:srgbClr val="FF736A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93F0E6"/>
    </a:custClr>
    <a:custClr name="Green">
      <a:srgbClr val="8CE8AD"/>
    </a:custClr>
    <a:custClr name="Orange">
      <a:srgbClr val="FFB46A"/>
    </a:custClr>
    <a:custClr name="Purple">
      <a:srgbClr val="9C82D4"/>
    </a:custClr>
    <a:custClr name="Maroon">
      <a:srgbClr val="C981B2"/>
    </a:custClr>
    <a:custClr name="Red">
      <a:srgbClr val="FF9A91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blank.potx" id="{F9D865C9-BD0C-47F4-95BB-C626A26F52C8}" vid="{AA1FED9D-3B56-4544-8A9A-0239F13DB821}"/>
    </a:ext>
  </a:extLst>
</a:theme>
</file>

<file path=ppt/theme/theme2.xml><?xml version="1.0" encoding="utf-8"?>
<a:theme xmlns:a="http://schemas.openxmlformats.org/drawingml/2006/main" name="EY-P Widescreen Template 2022">
  <a:themeElements>
    <a:clrScheme name="EYP2020_PPT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1A9AFA"/>
      </a:accent1>
      <a:accent2>
        <a:srgbClr val="2E2E38"/>
      </a:accent2>
      <a:accent3>
        <a:srgbClr val="747480"/>
      </a:accent3>
      <a:accent4>
        <a:srgbClr val="C4C4CD"/>
      </a:accent4>
      <a:accent5>
        <a:srgbClr val="FF4136"/>
      </a:accent5>
      <a:accent6>
        <a:srgbClr val="2DB757"/>
      </a:accent6>
      <a:hlink>
        <a:srgbClr val="1A9AFA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9525">
          <a:noFill/>
        </a:ln>
      </a:spPr>
      <a:bodyPr lIns="72000" tIns="72000" rIns="72000" bIns="72000" rtlCol="0" anchor="ctr" anchorCtr="0"/>
      <a:lstStyle>
        <a:defPPr algn="l">
          <a:defRPr sz="12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3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>
        <a:spAutoFit/>
      </a:bodyPr>
      <a:lstStyle>
        <a:defPPr marL="171450" indent="-171450" algn="l">
          <a:lnSpc>
            <a:spcPct val="85000"/>
          </a:lnSpc>
          <a:spcAft>
            <a:spcPts val="600"/>
          </a:spcAft>
          <a:buSzPct val="110000"/>
          <a:buFont typeface="EYInterstate Light" panose="02000506000000020004" pitchFamily="2" charset="0"/>
          <a:buChar char="•"/>
          <a:defRPr sz="1100" dirty="0" smtClean="0">
            <a:solidFill>
              <a:schemeClr val="bg1"/>
            </a:solidFill>
          </a:defRPr>
        </a:defPPr>
      </a:lstStyle>
    </a:txDef>
  </a:objectDefaults>
  <a:extraClrSchemeLst/>
  <a:custClrLst>
    <a:custClr name="Teal">
      <a:srgbClr val="27ACAA"/>
    </a:custClr>
    <a:custClr name="Green">
      <a:srgbClr val="2DB757"/>
    </a:custClr>
    <a:custClr name="Orange">
      <a:srgbClr val="FF6D00"/>
    </a:custClr>
    <a:custClr name="Purple">
      <a:srgbClr val="3D108A"/>
    </a:custClr>
    <a:custClr name="Maroon">
      <a:srgbClr val="750E5C"/>
    </a:custClr>
    <a:custClr name="Red">
      <a:srgbClr val="FF4136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42C9C2"/>
    </a:custClr>
    <a:custClr name="Green">
      <a:srgbClr val="34C768"/>
    </a:custClr>
    <a:custClr name="Orange">
      <a:srgbClr val="FF810A"/>
    </a:custClr>
    <a:custClr name="Purple">
      <a:srgbClr val="542EA5"/>
    </a:custClr>
    <a:custClr name="Maroon">
      <a:srgbClr val="922B73"/>
    </a:custClr>
    <a:custClr name="Red">
      <a:srgbClr val="F95D54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60E6E1"/>
    </a:custClr>
    <a:custClr name="Green">
      <a:srgbClr val="57E188"/>
    </a:custClr>
    <a:custClr name="Orange">
      <a:srgbClr val="FF9831"/>
    </a:custClr>
    <a:custClr name="Purple">
      <a:srgbClr val="724BC3"/>
    </a:custClr>
    <a:custClr name="Maroon">
      <a:srgbClr val="B14891"/>
    </a:custClr>
    <a:custClr name="Red">
      <a:srgbClr val="FF736A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93F0E6"/>
    </a:custClr>
    <a:custClr name="Green">
      <a:srgbClr val="8CE8AD"/>
    </a:custClr>
    <a:custClr name="Orange">
      <a:srgbClr val="FFB46A"/>
    </a:custClr>
    <a:custClr name="Purple">
      <a:srgbClr val="9C82D4"/>
    </a:custClr>
    <a:custClr name="Maroon">
      <a:srgbClr val="C981B2"/>
    </a:custClr>
    <a:custClr name="Red">
      <a:srgbClr val="FF9A91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EY-Parthenon Template 2022.potx" id="{F61FB716-DF41-43AC-96D7-4F936D1FCDB7}" vid="{3715C607-16CB-460C-A685-A77F3281436D}"/>
    </a:ext>
  </a:extLst>
</a:theme>
</file>

<file path=ppt/theme/theme3.xml><?xml version="1.0" encoding="utf-8"?>
<a:theme xmlns:a="http://schemas.openxmlformats.org/drawingml/2006/main" name="EY_2025_Customscolors_AC">
  <a:themeElements>
    <a:clrScheme name="EY-P Colors 2025">
      <a:dk1>
        <a:srgbClr val="1A1A24"/>
      </a:dk1>
      <a:lt1>
        <a:srgbClr val="FFFFFF"/>
      </a:lt1>
      <a:dk2>
        <a:srgbClr val="1A9AFA"/>
      </a:dk2>
      <a:lt2>
        <a:srgbClr val="FFFFFF"/>
      </a:lt2>
      <a:accent1>
        <a:srgbClr val="1A9AFA"/>
      </a:accent1>
      <a:accent2>
        <a:srgbClr val="747480"/>
      </a:accent2>
      <a:accent3>
        <a:srgbClr val="C4C4CD"/>
      </a:accent3>
      <a:accent4>
        <a:srgbClr val="F6F6FA"/>
      </a:accent4>
      <a:accent5>
        <a:srgbClr val="FFE600"/>
      </a:accent5>
      <a:accent6>
        <a:srgbClr val="2E2E38"/>
      </a:accent6>
      <a:hlink>
        <a:srgbClr val="1A9AFA"/>
      </a:hlink>
      <a:folHlink>
        <a:srgbClr val="1A9AFA"/>
      </a:folHlink>
    </a:clrScheme>
    <a:fontScheme name="Custom 23">
      <a:majorFont>
        <a:latin typeface="EYInterstate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3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<a:prstTxWarp prst="textNoShape">
          <a:avLst/>
        </a:prstTxWarp>
        <a:noAutofit/>
      </a:bodyPr>
      <a:lstStyle>
        <a:defPPr marR="0" algn="ctr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ts val="600"/>
          </a:spcAft>
          <a:buClrTx/>
          <a:buSzTx/>
          <a:tabLst/>
          <a:defRPr kumimoji="0" sz="12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+mn-lt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accent3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108000" tIns="108000" rIns="108000" bIns="108000" rtlCol="0">
        <a:spAutoFit/>
      </a:bodyPr>
      <a:lstStyle>
        <a:defPPr marL="356616" indent="-356616" algn="l">
          <a:spcBef>
            <a:spcPts val="600"/>
          </a:spcBef>
          <a:spcAft>
            <a:spcPts val="0"/>
          </a:spcAft>
          <a:buClr>
            <a:schemeClr val="accent3"/>
          </a:buClr>
          <a:buSzPct val="100000"/>
          <a:buFont typeface="Wingdings" panose="05000000000000000000" pitchFamily="2" charset="2"/>
          <a:buChar char="§"/>
          <a:defRPr sz="1400" dirty="0" smtClean="0">
            <a:solidFill>
              <a:schemeClr val="bg2"/>
            </a:solidFill>
            <a:cs typeface="Arial" panose="020B0604020202020204" pitchFamily="34" charset="0"/>
          </a:defRPr>
        </a:defPPr>
      </a:lstStyle>
    </a:txDef>
  </a:objectDefaults>
  <a:extraClrSchemeLst>
    <a:extraClrScheme>
      <a:clrScheme name="EYP 2025 colors">
        <a:dk1>
          <a:srgbClr val="1A1A24"/>
        </a:dk1>
        <a:lt1>
          <a:srgbClr val="FFFFFF"/>
        </a:lt1>
        <a:dk2>
          <a:srgbClr val="1A9AFA"/>
        </a:dk2>
        <a:lt2>
          <a:srgbClr val="FFFFFF"/>
        </a:lt2>
        <a:accent1>
          <a:srgbClr val="1A9AFA"/>
        </a:accent1>
        <a:accent2>
          <a:srgbClr val="747480"/>
        </a:accent2>
        <a:accent3>
          <a:srgbClr val="C4C4CD"/>
        </a:accent3>
        <a:accent4>
          <a:srgbClr val="F6F6FA"/>
        </a:accent4>
        <a:accent5>
          <a:srgbClr val="FFE600"/>
        </a:accent5>
        <a:accent6>
          <a:srgbClr val="2E2E38"/>
        </a:accent6>
        <a:hlink>
          <a:srgbClr val="1A9AFA"/>
        </a:hlink>
        <a:folHlink>
          <a:srgbClr val="1A9AF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Maroon01">
      <a:srgbClr val="C981B2"/>
    </a:custClr>
    <a:custClr name="Maroon02">
      <a:srgbClr val="B14891"/>
    </a:custClr>
    <a:custClr name="Maroon03">
      <a:srgbClr val="922B73"/>
    </a:custClr>
    <a:custClr name="Maroon04">
      <a:srgbClr val="750E5C"/>
    </a:custClr>
    <a:custClr name="Maroon05">
      <a:srgbClr val="5A0A42"/>
    </a:custClr>
    <a:custClr name="Maroon06">
      <a:srgbClr val="42152D"/>
    </a:custClr>
    <a:custClr name="Maroon07">
      <a:srgbClr val="351C21"/>
    </a:custClr>
    <a:custClr name="Purple01">
      <a:srgbClr val="9C82D4"/>
    </a:custClr>
    <a:custClr name="Purple05">
      <a:srgbClr val="240D75"/>
    </a:custClr>
    <a:custClr name="Teal02">
      <a:srgbClr val="60E6E1"/>
    </a:custClr>
    <a:custClr name="Red01">
      <a:srgbClr val="FF9A91"/>
    </a:custClr>
    <a:custClr name="Red02">
      <a:srgbClr val="FF736A"/>
    </a:custClr>
    <a:custClr name="Red03">
      <a:srgbClr val="F95D54"/>
    </a:custClr>
    <a:custClr name="Red04">
      <a:srgbClr val="FF4136"/>
    </a:custClr>
    <a:custClr name="Red05">
      <a:srgbClr val="E0362C"/>
    </a:custClr>
    <a:custClr name="Red06">
      <a:srgbClr val="B9251C"/>
    </a:custClr>
    <a:custClr name="Red07">
      <a:srgbClr val="7A130D"/>
    </a:custClr>
    <a:custClr name="Purple02">
      <a:srgbClr val="724BC3"/>
    </a:custClr>
    <a:custClr name="Purple06">
      <a:srgbClr val="0A095A"/>
    </a:custClr>
    <a:custClr name="Teal03">
      <a:srgbClr val="42C9C2"/>
    </a:custClr>
    <a:custClr name="Orange01">
      <a:srgbClr val="FFB46A"/>
    </a:custClr>
    <a:custClr name="Orange02">
      <a:srgbClr val="FF9831"/>
    </a:custClr>
    <a:custClr name="Orange03">
      <a:srgbClr val="FF810A"/>
    </a:custClr>
    <a:custClr name="Orange04">
      <a:srgbClr val="FF6D00"/>
    </a:custClr>
    <a:custClr name="Orange05">
      <a:srgbClr val="F76900"/>
    </a:custClr>
    <a:custClr name="Orange06">
      <a:srgbClr val="EB4F00"/>
    </a:custClr>
    <a:custClr name="Orange07">
      <a:srgbClr val="BC2F00"/>
    </a:custClr>
    <a:custClr name="Purple03">
      <a:srgbClr val="542EA5"/>
    </a:custClr>
    <a:custClr name=" Purple07">
      <a:srgbClr val="15173E"/>
    </a:custClr>
    <a:custClr name="Teal04">
      <a:srgbClr val="27ACAA"/>
    </a:custClr>
    <a:custClr name="Green01">
      <a:srgbClr val="8CE8AD"/>
    </a:custClr>
    <a:custClr name="Green02">
      <a:srgbClr val="57E188"/>
    </a:custClr>
    <a:custClr name="Green03">
      <a:srgbClr val="34C768"/>
    </a:custClr>
    <a:custClr name="Green04">
      <a:srgbClr val="2DB757"/>
    </a:custClr>
    <a:custClr name="Green05">
      <a:srgbClr val="189D3E"/>
    </a:custClr>
    <a:custClr name="Green06">
      <a:srgbClr val="168736"/>
    </a:custClr>
    <a:custClr name="Green07">
      <a:srgbClr val="13652A"/>
    </a:custClr>
    <a:custClr name="Purple04">
      <a:srgbClr val="3D108A"/>
    </a:custClr>
    <a:custClr name="Teal01">
      <a:srgbClr val="93F0E6"/>
    </a:custClr>
    <a:custClr name="Teal05">
      <a:srgbClr val="109090"/>
    </a:custClr>
    <a:custClr name="Teal06">
      <a:srgbClr val="0D7575"/>
    </a:custClr>
    <a:custClr name="Teal07">
      <a:srgbClr val="004F4F"/>
    </a:custClr>
  </a:custClrLst>
  <a:extLst>
    <a:ext uri="{05A4C25C-085E-4340-85A3-A5531E510DB2}">
      <thm15:themeFamily xmlns:thm15="http://schemas.microsoft.com/office/thememl/2012/main" name="Presentation8" id="{773204FA-82C9-4230-9110-FE9EF5B7298A}" vid="{6C6F50AF-4EE6-4837-A186-56FC001B4FD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BD0BA5E3D1314390EE548C69825BCF" ma:contentTypeVersion="9" ma:contentTypeDescription="Create a new document." ma:contentTypeScope="" ma:versionID="5ed2a82790ec2598c7888f915be72b08">
  <xsd:schema xmlns:xsd="http://www.w3.org/2001/XMLSchema" xmlns:xs="http://www.w3.org/2001/XMLSchema" xmlns:p="http://schemas.microsoft.com/office/2006/metadata/properties" xmlns:ns2="654375ed-2b25-45d9-add7-fd13d44cb8b7" xmlns:ns3="f8912f58-4892-48fb-be33-32fc20cfe488" targetNamespace="http://schemas.microsoft.com/office/2006/metadata/properties" ma:root="true" ma:fieldsID="70b84f963eb5887e0c872dd998abe3c0" ns2:_="" ns3:_="">
    <xsd:import namespace="654375ed-2b25-45d9-add7-fd13d44cb8b7"/>
    <xsd:import namespace="f8912f58-4892-48fb-be33-32fc20cfe4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375ed-2b25-45d9-add7-fd13d44cb8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912f58-4892-48fb-be33-32fc20cfe48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0004072-3d46-4fdd-8284-5833d3c1ae83}" ma:internalName="TaxCatchAll" ma:showField="CatchAllData" ma:web="f8912f58-4892-48fb-be33-32fc20cfe4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54375ed-2b25-45d9-add7-fd13d44cb8b7">
      <Terms xmlns="http://schemas.microsoft.com/office/infopath/2007/PartnerControls"/>
    </lcf76f155ced4ddcb4097134ff3c332f>
    <TaxCatchAll xmlns="f8912f58-4892-48fb-be33-32fc20cfe488" xsi:nil="true"/>
  </documentManagement>
</p:properties>
</file>

<file path=customXml/itemProps1.xml><?xml version="1.0" encoding="utf-8"?>
<ds:datastoreItem xmlns:ds="http://schemas.openxmlformats.org/officeDocument/2006/customXml" ds:itemID="{78C76F6D-1525-4A53-8176-A383520C3D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CA5605-7BCB-47E4-B8E3-AA202F94F9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4375ed-2b25-45d9-add7-fd13d44cb8b7"/>
    <ds:schemaRef ds:uri="f8912f58-4892-48fb-be33-32fc20cfe4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592826-5685-413C-98A4-EC8E99ABE07C}">
  <ds:schemaRefs>
    <ds:schemaRef ds:uri="654375ed-2b25-45d9-add7-fd13d44cb8b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f8912f58-4892-48fb-be33-32fc20cfe48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8911</TotalTime>
  <Words>7218</Words>
  <Application>Microsoft Office PowerPoint</Application>
  <PresentationFormat>Widescreen</PresentationFormat>
  <Paragraphs>1220</Paragraphs>
  <Slides>48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4" baseType="lpstr">
      <vt:lpstr>Aptos</vt:lpstr>
      <vt:lpstr>Arial</vt:lpstr>
      <vt:lpstr>Calibri</vt:lpstr>
      <vt:lpstr>Cambria Math</vt:lpstr>
      <vt:lpstr>EYInterstate</vt:lpstr>
      <vt:lpstr>EYInterstate Light</vt:lpstr>
      <vt:lpstr>Helvetica Neue</vt:lpstr>
      <vt:lpstr>Inter</vt:lpstr>
      <vt:lpstr>Outfit</vt:lpstr>
      <vt:lpstr>Wingdings</vt:lpstr>
      <vt:lpstr>Wingdings 3</vt:lpstr>
      <vt:lpstr>EY-P Widescreen Template 2024</vt:lpstr>
      <vt:lpstr>EY-P Widescreen Template 2022</vt:lpstr>
      <vt:lpstr>EY_2025_Customscolors_AC</vt:lpstr>
      <vt:lpstr>think-cell Slide</vt:lpstr>
      <vt:lpstr>thinkcell Slide</vt:lpstr>
      <vt:lpstr>Pyro Thermal Heat Balance</vt:lpstr>
      <vt:lpstr>PowerPoint Presentation</vt:lpstr>
      <vt:lpstr>Compliance to RFQ Requirements</vt:lpstr>
      <vt:lpstr>Compliance to RFQ Requirements</vt:lpstr>
      <vt:lpstr>01</vt:lpstr>
      <vt:lpstr>Client can unlock sustained thermal performance improvement by moving to continuous, condition-informed visibility &amp; action</vt:lpstr>
      <vt:lpstr>02</vt:lpstr>
      <vt:lpstr>Reducing Specific Heat Consumption is not one problem – it is multiple, occurring across the pyro process </vt:lpstr>
      <vt:lpstr>Periodic heat balance assessments leave gaps in continuous, trusted and diagnostic visibility of kiln thermal performance</vt:lpstr>
      <vt:lpstr>Thermal performance can be modelled from fundamental relationships and calibrated to kiln-specific operating conditions</vt:lpstr>
      <vt:lpstr>The proposed solution will continuously validate heat balance and diagnose thermal deviations to cause</vt:lpstr>
      <vt:lpstr>Every stage in the workflow answers to one of these – build trust in the number, filter what reaches a human, or close the learning loop</vt:lpstr>
      <vt:lpstr>Phase-wise Deployment: Systematically assess, prove against the audit, operationalise, scale Tier-1 first and feed the optimiser - never replace it </vt:lpstr>
      <vt:lpstr>03</vt:lpstr>
      <vt:lpstr>Phase 1| Assess &amp; Prepare Assessment, Signal Survey &amp; Event Register</vt:lpstr>
      <vt:lpstr>Phase 1 | Data Foundation: Establishing evidence integrity is critical to determining kiln-line model readiness</vt:lpstr>
      <vt:lpstr>04</vt:lpstr>
      <vt:lpstr>Phase 2 | Develop &amp; Prove:  Base Model Development &amp; Validation</vt:lpstr>
      <vt:lpstr>Phase 2 | Pilot Line Selection: Prioritise kilns with rich ground truth, strong instrumentation coverage and no existing APC</vt:lpstr>
      <vt:lpstr>Phase 2 | Pilot: Prove the solution as an operable, repeatable plant capacity</vt:lpstr>
      <vt:lpstr>Phase 2 | System Architecture: Full Faclon AI stack, hosted in the customer AWS private cloud · secure &amp; scalable </vt:lpstr>
      <vt:lpstr>Phase 2 | Solution Approach : Pyro-Thermal Heat Balance </vt:lpstr>
      <vt:lpstr>04</vt:lpstr>
      <vt:lpstr>Phase 3 | Operationalise &amp; Govern: MLOps, Advisory Workflow &amp; Governance</vt:lpstr>
      <vt:lpstr>Phase 3 | MLOps Lifecycle: model development, deployment &amp; recalibration</vt:lpstr>
      <vt:lpstr>Phase 3 | Sample Dashboard: Heat-balance cockpit on I/O Sense - one kiln line, live</vt:lpstr>
      <vt:lpstr>Phase 3 | Sample Dashboard: Kiln wise - operator view</vt:lpstr>
      <vt:lpstr>Placeholder</vt:lpstr>
      <vt:lpstr>04</vt:lpstr>
      <vt:lpstr>Phase 4: Enterprise Rollout</vt:lpstr>
      <vt:lpstr>Phase 4 | Fleet Rollout: Deployment is staggered to balance early value capture with scalable deployment</vt:lpstr>
      <vt:lpstr>Phase 4 | Scale Principles : Turn the pilot into a repeatable deployment engine</vt:lpstr>
      <vt:lpstr>Phase 4 | Change Management: Enable successful program adoption through clear ownership, capability and sustained behaviour change</vt:lpstr>
      <vt:lpstr>Central Monitoring Dashboard</vt:lpstr>
      <vt:lpstr>04</vt:lpstr>
      <vt:lpstr>Phase 5 | Integrate: Optimiser-Integration Enablement</vt:lpstr>
      <vt:lpstr>Placeholder </vt:lpstr>
      <vt:lpstr>04</vt:lpstr>
      <vt:lpstr>Phase-Wise Implementation Roadmap</vt:lpstr>
      <vt:lpstr>05</vt:lpstr>
      <vt:lpstr>SME Profiles</vt:lpstr>
      <vt:lpstr>Team Structure &amp; CVs</vt:lpstr>
      <vt:lpstr>06</vt:lpstr>
      <vt:lpstr>Select credentials demonstrating experience in heat balance, SCH optimisation, cement processing optimisation</vt:lpstr>
      <vt:lpstr>Developed an energy transition roadmap for a leading cement manufacturer across multiple cement plants, covering technology options, business models &amp; regulations</vt:lpstr>
      <vt:lpstr>07</vt:lpstr>
      <vt:lpstr>Information Request List</vt:lpstr>
      <vt:lpstr>Key assumptions and dependencies 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Labour Productivity Improvement_Ultratech_EYP Proposal_2026</dc:title>
  <dc:subject/>
  <dc:creator>Sumit Thakur</dc:creator>
  <cp:keywords>AMI, BPRE, Cement</cp:keywords>
  <dc:description/>
  <cp:lastModifiedBy>Jagriti Gambhir</cp:lastModifiedBy>
  <cp:revision>3</cp:revision>
  <dcterms:created xsi:type="dcterms:W3CDTF">2024-04-02T09:14:48Z</dcterms:created>
  <dcterms:modified xsi:type="dcterms:W3CDTF">2026-09-20T09:14:26Z</dcterms:modified>
  <cp:category>Optimization</cp:category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b9c8c59-981d-4e47-a4b7-2afab8fccc3c_Enabled">
    <vt:lpwstr>true</vt:lpwstr>
  </property>
  <property fmtid="{D5CDD505-2E9C-101B-9397-08002B2CF9AE}" pid="3" name="MSIP_Label_cb9c8c59-981d-4e47-a4b7-2afab8fccc3c_SetDate">
    <vt:lpwstr>2020-07-21T11:48:29Z</vt:lpwstr>
  </property>
  <property fmtid="{D5CDD505-2E9C-101B-9397-08002B2CF9AE}" pid="4" name="MSIP_Label_cb9c8c59-981d-4e47-a4b7-2afab8fccc3c_Method">
    <vt:lpwstr>Standard</vt:lpwstr>
  </property>
  <property fmtid="{D5CDD505-2E9C-101B-9397-08002B2CF9AE}" pid="5" name="MSIP_Label_cb9c8c59-981d-4e47-a4b7-2afab8fccc3c_Name">
    <vt:lpwstr>Internal</vt:lpwstr>
  </property>
  <property fmtid="{D5CDD505-2E9C-101B-9397-08002B2CF9AE}" pid="6" name="MSIP_Label_cb9c8c59-981d-4e47-a4b7-2afab8fccc3c_SiteId">
    <vt:lpwstr>5b973f99-77df-4beb-b27d-aa0c70b8482c</vt:lpwstr>
  </property>
  <property fmtid="{D5CDD505-2E9C-101B-9397-08002B2CF9AE}" pid="7" name="MSIP_Label_cb9c8c59-981d-4e47-a4b7-2afab8fccc3c_ActionId">
    <vt:lpwstr>4ef3ebc4-2cd1-4970-b08a-bf01cbc6b350</vt:lpwstr>
  </property>
  <property fmtid="{D5CDD505-2E9C-101B-9397-08002B2CF9AE}" pid="8" name="MSIP_Label_cb9c8c59-981d-4e47-a4b7-2afab8fccc3c_ContentBits">
    <vt:lpwstr>0</vt:lpwstr>
  </property>
  <property fmtid="{D5CDD505-2E9C-101B-9397-08002B2CF9AE}" pid="9" name="ContentTypeId">
    <vt:lpwstr>0x0101003EBD0BA5E3D1314390EE548C69825BCF</vt:lpwstr>
  </property>
  <property fmtid="{D5CDD505-2E9C-101B-9397-08002B2CF9AE}" pid="10" name="MediaServiceImageTags">
    <vt:lpwstr/>
  </property>
</Properties>
</file>